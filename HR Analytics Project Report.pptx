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sldIdLst>
    <p:sldId id="256" r:id="rId2"/>
    <p:sldId id="257" r:id="rId3"/>
    <p:sldId id="258" r:id="rId4"/>
    <p:sldId id="259" r:id="rId5"/>
    <p:sldId id="260" r:id="rId6"/>
    <p:sldId id="278" r:id="rId7"/>
    <p:sldId id="279" r:id="rId8"/>
    <p:sldId id="261" r:id="rId9"/>
    <p:sldId id="262" r:id="rId10"/>
    <p:sldId id="263" r:id="rId11"/>
    <p:sldId id="264" r:id="rId12"/>
    <p:sldId id="284" r:id="rId13"/>
    <p:sldId id="265" r:id="rId14"/>
    <p:sldId id="280" r:id="rId15"/>
    <p:sldId id="282" r:id="rId16"/>
    <p:sldId id="281" r:id="rId17"/>
    <p:sldId id="267" r:id="rId18"/>
    <p:sldId id="283" r:id="rId19"/>
    <p:sldId id="268" r:id="rId20"/>
    <p:sldId id="269" r:id="rId21"/>
    <p:sldId id="270" r:id="rId22"/>
    <p:sldId id="271" r:id="rId23"/>
    <p:sldId id="272" r:id="rId24"/>
    <p:sldId id="273" r:id="rId25"/>
    <p:sldId id="274" r:id="rId26"/>
    <p:sldId id="275" r:id="rId27"/>
    <p:sldId id="276" r:id="rId28"/>
    <p:sldId id="2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ata1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44.png"/><Relationship Id="rId7" Type="http://schemas.openxmlformats.org/officeDocument/2006/relationships/image" Target="../media/image36.png"/><Relationship Id="rId12" Type="http://schemas.openxmlformats.org/officeDocument/2006/relationships/image" Target="../media/image49.sv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11" Type="http://schemas.openxmlformats.org/officeDocument/2006/relationships/image" Target="../media/image48.png"/><Relationship Id="rId5" Type="http://schemas.openxmlformats.org/officeDocument/2006/relationships/image" Target="../media/image46.png"/><Relationship Id="rId10" Type="http://schemas.openxmlformats.org/officeDocument/2006/relationships/image" Target="../media/image39.svg"/><Relationship Id="rId4" Type="http://schemas.openxmlformats.org/officeDocument/2006/relationships/image" Target="../media/image45.svg"/><Relationship Id="rId9" Type="http://schemas.openxmlformats.org/officeDocument/2006/relationships/image" Target="../media/image38.png"/></Relationships>
</file>

<file path=ppt/diagrams/_rels/data1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44.png"/><Relationship Id="rId7" Type="http://schemas.openxmlformats.org/officeDocument/2006/relationships/image" Target="../media/image36.png"/><Relationship Id="rId12" Type="http://schemas.openxmlformats.org/officeDocument/2006/relationships/image" Target="../media/image49.sv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11" Type="http://schemas.openxmlformats.org/officeDocument/2006/relationships/image" Target="../media/image48.png"/><Relationship Id="rId5" Type="http://schemas.openxmlformats.org/officeDocument/2006/relationships/image" Target="../media/image46.png"/><Relationship Id="rId10" Type="http://schemas.openxmlformats.org/officeDocument/2006/relationships/image" Target="../media/image39.svg"/><Relationship Id="rId4" Type="http://schemas.openxmlformats.org/officeDocument/2006/relationships/image" Target="../media/image45.svg"/><Relationship Id="rId9" Type="http://schemas.openxmlformats.org/officeDocument/2006/relationships/image" Target="../media/image38.png"/></Relationships>
</file>

<file path=ppt/diagrams/_rels/drawing1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258B28-2E7C-4781-9E94-C8E3E9CC35D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5E4B8F8-973E-4DDB-B274-33164486492C}">
      <dgm:prSet/>
      <dgm:spPr/>
      <dgm:t>
        <a:bodyPr/>
        <a:lstStyle/>
        <a:p>
          <a:r>
            <a:rPr lang="en-IN"/>
            <a:t>Organizations often face challenges related to:</a:t>
          </a:r>
          <a:endParaRPr lang="en-US"/>
        </a:p>
      </dgm:t>
    </dgm:pt>
    <dgm:pt modelId="{9B6B4D19-60F5-48C9-AE71-3DD475A81371}" type="parTrans" cxnId="{51DABC6F-367D-4496-86B3-B885A099F85E}">
      <dgm:prSet/>
      <dgm:spPr/>
      <dgm:t>
        <a:bodyPr/>
        <a:lstStyle/>
        <a:p>
          <a:endParaRPr lang="en-US"/>
        </a:p>
      </dgm:t>
    </dgm:pt>
    <dgm:pt modelId="{F0E14DDF-B23A-4049-BFE9-832F1ADE2B9E}" type="sibTrans" cxnId="{51DABC6F-367D-4496-86B3-B885A099F85E}">
      <dgm:prSet/>
      <dgm:spPr/>
      <dgm:t>
        <a:bodyPr/>
        <a:lstStyle/>
        <a:p>
          <a:endParaRPr lang="en-US"/>
        </a:p>
      </dgm:t>
    </dgm:pt>
    <dgm:pt modelId="{32E51BFB-124F-489D-9C8F-1A073F1C6792}">
      <dgm:prSet/>
      <dgm:spPr/>
      <dgm:t>
        <a:bodyPr/>
        <a:lstStyle/>
        <a:p>
          <a:r>
            <a:rPr lang="en-IN"/>
            <a:t>High employee attrition without clear visibility into root causes</a:t>
          </a:r>
          <a:endParaRPr lang="en-US"/>
        </a:p>
      </dgm:t>
    </dgm:pt>
    <dgm:pt modelId="{ABA03767-7D6E-4ACF-BF7E-364F0DBC65EA}" type="parTrans" cxnId="{E0B52062-5DEB-4751-A694-3153775984D9}">
      <dgm:prSet/>
      <dgm:spPr/>
      <dgm:t>
        <a:bodyPr/>
        <a:lstStyle/>
        <a:p>
          <a:endParaRPr lang="en-US"/>
        </a:p>
      </dgm:t>
    </dgm:pt>
    <dgm:pt modelId="{37ACFD70-60A5-4D3C-B552-9876E384D895}" type="sibTrans" cxnId="{E0B52062-5DEB-4751-A694-3153775984D9}">
      <dgm:prSet/>
      <dgm:spPr/>
      <dgm:t>
        <a:bodyPr/>
        <a:lstStyle/>
        <a:p>
          <a:endParaRPr lang="en-US"/>
        </a:p>
      </dgm:t>
    </dgm:pt>
    <dgm:pt modelId="{AE5F0164-E6E7-45A6-ADDF-F61192C75762}">
      <dgm:prSet/>
      <dgm:spPr/>
      <dgm:t>
        <a:bodyPr/>
        <a:lstStyle/>
        <a:p>
          <a:r>
            <a:rPr lang="en-IN"/>
            <a:t>Inconsistent performance and engagement across departments</a:t>
          </a:r>
          <a:endParaRPr lang="en-US"/>
        </a:p>
      </dgm:t>
    </dgm:pt>
    <dgm:pt modelId="{21FEE414-650C-42F1-A514-B423FE3E8546}" type="parTrans" cxnId="{D5E25999-CFEF-4558-8554-F021C091A1BC}">
      <dgm:prSet/>
      <dgm:spPr/>
      <dgm:t>
        <a:bodyPr/>
        <a:lstStyle/>
        <a:p>
          <a:endParaRPr lang="en-US"/>
        </a:p>
      </dgm:t>
    </dgm:pt>
    <dgm:pt modelId="{958F5AE2-B195-4FB6-B601-9015BB7640AF}" type="sibTrans" cxnId="{D5E25999-CFEF-4558-8554-F021C091A1BC}">
      <dgm:prSet/>
      <dgm:spPr/>
      <dgm:t>
        <a:bodyPr/>
        <a:lstStyle/>
        <a:p>
          <a:endParaRPr lang="en-US"/>
        </a:p>
      </dgm:t>
    </dgm:pt>
    <dgm:pt modelId="{873DDE8A-A9E4-47F5-BDE9-5572CA1B8878}">
      <dgm:prSet/>
      <dgm:spPr/>
      <dgm:t>
        <a:bodyPr/>
        <a:lstStyle/>
        <a:p>
          <a:r>
            <a:rPr lang="en-IN"/>
            <a:t>Difficulty identifying at‑risk employee groups early</a:t>
          </a:r>
          <a:endParaRPr lang="en-US"/>
        </a:p>
      </dgm:t>
    </dgm:pt>
    <dgm:pt modelId="{F1551D26-CE7A-4F19-99FB-B52D0CB1DD64}" type="parTrans" cxnId="{5A613BCF-1ACB-4EFA-8813-72202FC86DEC}">
      <dgm:prSet/>
      <dgm:spPr/>
      <dgm:t>
        <a:bodyPr/>
        <a:lstStyle/>
        <a:p>
          <a:endParaRPr lang="en-US"/>
        </a:p>
      </dgm:t>
    </dgm:pt>
    <dgm:pt modelId="{AC3172B1-C242-4A69-926D-6A7E9D7E239C}" type="sibTrans" cxnId="{5A613BCF-1ACB-4EFA-8813-72202FC86DEC}">
      <dgm:prSet/>
      <dgm:spPr/>
      <dgm:t>
        <a:bodyPr/>
        <a:lstStyle/>
        <a:p>
          <a:endParaRPr lang="en-US"/>
        </a:p>
      </dgm:t>
    </dgm:pt>
    <dgm:pt modelId="{E8B015EE-21AC-4AD4-AB06-D0DC45E2EC10}">
      <dgm:prSet/>
      <dgm:spPr/>
      <dgm:t>
        <a:bodyPr/>
        <a:lstStyle/>
        <a:p>
          <a:r>
            <a:rPr lang="en-IN"/>
            <a:t>Limited insight into whether hiring channels are producing high‑quality, long‑term employees</a:t>
          </a:r>
          <a:endParaRPr lang="en-US"/>
        </a:p>
      </dgm:t>
    </dgm:pt>
    <dgm:pt modelId="{E309B33D-43C6-4542-B663-E53DE26148D5}" type="parTrans" cxnId="{DE8DB6EF-2EC4-46BB-8445-0B49AE456A6D}">
      <dgm:prSet/>
      <dgm:spPr/>
      <dgm:t>
        <a:bodyPr/>
        <a:lstStyle/>
        <a:p>
          <a:endParaRPr lang="en-US"/>
        </a:p>
      </dgm:t>
    </dgm:pt>
    <dgm:pt modelId="{80E85EB3-A66C-4F78-A11E-EAA977955940}" type="sibTrans" cxnId="{DE8DB6EF-2EC4-46BB-8445-0B49AE456A6D}">
      <dgm:prSet/>
      <dgm:spPr/>
      <dgm:t>
        <a:bodyPr/>
        <a:lstStyle/>
        <a:p>
          <a:endParaRPr lang="en-US"/>
        </a:p>
      </dgm:t>
    </dgm:pt>
    <dgm:pt modelId="{4E07E154-ABE6-4A10-8CBE-9C274C07A49B}">
      <dgm:prSet/>
      <dgm:spPr/>
      <dgm:t>
        <a:bodyPr/>
        <a:lstStyle/>
        <a:p>
          <a:r>
            <a:rPr lang="en-IN"/>
            <a:t>Without data‑driven insights, HR and leadership teams rely on assumptions rather than evidence‑based decisions.</a:t>
          </a:r>
          <a:endParaRPr lang="en-US"/>
        </a:p>
      </dgm:t>
    </dgm:pt>
    <dgm:pt modelId="{EB8A9B05-B7F1-407A-85CA-40CCB7B77B3A}" type="parTrans" cxnId="{6C163E3B-39B4-4319-9885-3B3321513F21}">
      <dgm:prSet/>
      <dgm:spPr/>
      <dgm:t>
        <a:bodyPr/>
        <a:lstStyle/>
        <a:p>
          <a:endParaRPr lang="en-US"/>
        </a:p>
      </dgm:t>
    </dgm:pt>
    <dgm:pt modelId="{F003D662-7E76-4A65-9A00-0BC2032A76E7}" type="sibTrans" cxnId="{6C163E3B-39B4-4319-9885-3B3321513F21}">
      <dgm:prSet/>
      <dgm:spPr/>
      <dgm:t>
        <a:bodyPr/>
        <a:lstStyle/>
        <a:p>
          <a:endParaRPr lang="en-US"/>
        </a:p>
      </dgm:t>
    </dgm:pt>
    <dgm:pt modelId="{BAE29A02-71B5-4231-A450-058F29D99CB9}" type="pres">
      <dgm:prSet presAssocID="{75258B28-2E7C-4781-9E94-C8E3E9CC35DC}" presName="root" presStyleCnt="0">
        <dgm:presLayoutVars>
          <dgm:dir/>
          <dgm:resizeHandles val="exact"/>
        </dgm:presLayoutVars>
      </dgm:prSet>
      <dgm:spPr/>
    </dgm:pt>
    <dgm:pt modelId="{D9A1DBE3-BE74-44FD-B2ED-3E600381D003}" type="pres">
      <dgm:prSet presAssocID="{35E4B8F8-973E-4DDB-B274-33164486492C}" presName="compNode" presStyleCnt="0"/>
      <dgm:spPr/>
    </dgm:pt>
    <dgm:pt modelId="{5B573364-2F49-433F-9973-47B23C236719}" type="pres">
      <dgm:prSet presAssocID="{35E4B8F8-973E-4DDB-B274-33164486492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14F381AE-011E-4B5F-BB2F-B65493EF3956}" type="pres">
      <dgm:prSet presAssocID="{35E4B8F8-973E-4DDB-B274-33164486492C}" presName="spaceRect" presStyleCnt="0"/>
      <dgm:spPr/>
    </dgm:pt>
    <dgm:pt modelId="{E779618D-8506-43B5-878D-D389C4B82FC5}" type="pres">
      <dgm:prSet presAssocID="{35E4B8F8-973E-4DDB-B274-33164486492C}" presName="textRect" presStyleLbl="revTx" presStyleIdx="0" presStyleCnt="6">
        <dgm:presLayoutVars>
          <dgm:chMax val="1"/>
          <dgm:chPref val="1"/>
        </dgm:presLayoutVars>
      </dgm:prSet>
      <dgm:spPr/>
    </dgm:pt>
    <dgm:pt modelId="{56B89FF6-E1AD-48C5-809C-958193DB8887}" type="pres">
      <dgm:prSet presAssocID="{F0E14DDF-B23A-4049-BFE9-832F1ADE2B9E}" presName="sibTrans" presStyleCnt="0"/>
      <dgm:spPr/>
    </dgm:pt>
    <dgm:pt modelId="{632587E1-100C-4C94-AFE8-73AE9881E453}" type="pres">
      <dgm:prSet presAssocID="{32E51BFB-124F-489D-9C8F-1A073F1C6792}" presName="compNode" presStyleCnt="0"/>
      <dgm:spPr/>
    </dgm:pt>
    <dgm:pt modelId="{1EDF85E9-2B77-41B6-BB73-11E2EEC79602}" type="pres">
      <dgm:prSet presAssocID="{32E51BFB-124F-489D-9C8F-1A073F1C6792}"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ye"/>
        </a:ext>
      </dgm:extLst>
    </dgm:pt>
    <dgm:pt modelId="{B47C38C8-BA18-4F39-B850-32341E5ACA8A}" type="pres">
      <dgm:prSet presAssocID="{32E51BFB-124F-489D-9C8F-1A073F1C6792}" presName="spaceRect" presStyleCnt="0"/>
      <dgm:spPr/>
    </dgm:pt>
    <dgm:pt modelId="{89E748F4-C07A-4D87-BAC9-E0FE01A09509}" type="pres">
      <dgm:prSet presAssocID="{32E51BFB-124F-489D-9C8F-1A073F1C6792}" presName="textRect" presStyleLbl="revTx" presStyleIdx="1" presStyleCnt="6">
        <dgm:presLayoutVars>
          <dgm:chMax val="1"/>
          <dgm:chPref val="1"/>
        </dgm:presLayoutVars>
      </dgm:prSet>
      <dgm:spPr/>
    </dgm:pt>
    <dgm:pt modelId="{B467F9EF-DD82-41B0-9323-0138747DF914}" type="pres">
      <dgm:prSet presAssocID="{37ACFD70-60A5-4D3C-B552-9876E384D895}" presName="sibTrans" presStyleCnt="0"/>
      <dgm:spPr/>
    </dgm:pt>
    <dgm:pt modelId="{CCE2EE9F-5A36-4DEC-99C1-E4CBA791D6DE}" type="pres">
      <dgm:prSet presAssocID="{AE5F0164-E6E7-45A6-ADDF-F61192C75762}" presName="compNode" presStyleCnt="0"/>
      <dgm:spPr/>
    </dgm:pt>
    <dgm:pt modelId="{5BC29821-BA97-4253-BA99-EA7DBCB87D80}" type="pres">
      <dgm:prSet presAssocID="{AE5F0164-E6E7-45A6-ADDF-F61192C7576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543E52FB-8CD7-4010-924C-1486031664ED}" type="pres">
      <dgm:prSet presAssocID="{AE5F0164-E6E7-45A6-ADDF-F61192C75762}" presName="spaceRect" presStyleCnt="0"/>
      <dgm:spPr/>
    </dgm:pt>
    <dgm:pt modelId="{F3FD23BE-61F1-49C5-877F-E3F0045F27CD}" type="pres">
      <dgm:prSet presAssocID="{AE5F0164-E6E7-45A6-ADDF-F61192C75762}" presName="textRect" presStyleLbl="revTx" presStyleIdx="2" presStyleCnt="6">
        <dgm:presLayoutVars>
          <dgm:chMax val="1"/>
          <dgm:chPref val="1"/>
        </dgm:presLayoutVars>
      </dgm:prSet>
      <dgm:spPr/>
    </dgm:pt>
    <dgm:pt modelId="{8C355E55-6B71-45D5-864E-AEF956259A35}" type="pres">
      <dgm:prSet presAssocID="{958F5AE2-B195-4FB6-B601-9015BB7640AF}" presName="sibTrans" presStyleCnt="0"/>
      <dgm:spPr/>
    </dgm:pt>
    <dgm:pt modelId="{BC50695E-757D-444C-BB10-11F7985448FB}" type="pres">
      <dgm:prSet presAssocID="{873DDE8A-A9E4-47F5-BDE9-5572CA1B8878}" presName="compNode" presStyleCnt="0"/>
      <dgm:spPr/>
    </dgm:pt>
    <dgm:pt modelId="{FFFE5E6F-7864-4D99-BC18-7D8A1F44A9DE}" type="pres">
      <dgm:prSet presAssocID="{873DDE8A-A9E4-47F5-BDE9-5572CA1B887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a:ext>
      </dgm:extLst>
    </dgm:pt>
    <dgm:pt modelId="{846176D0-E0FC-4DDB-A143-FEF521733A7A}" type="pres">
      <dgm:prSet presAssocID="{873DDE8A-A9E4-47F5-BDE9-5572CA1B8878}" presName="spaceRect" presStyleCnt="0"/>
      <dgm:spPr/>
    </dgm:pt>
    <dgm:pt modelId="{18290FE2-58B2-47D0-9F57-6193FF2F319B}" type="pres">
      <dgm:prSet presAssocID="{873DDE8A-A9E4-47F5-BDE9-5572CA1B8878}" presName="textRect" presStyleLbl="revTx" presStyleIdx="3" presStyleCnt="6">
        <dgm:presLayoutVars>
          <dgm:chMax val="1"/>
          <dgm:chPref val="1"/>
        </dgm:presLayoutVars>
      </dgm:prSet>
      <dgm:spPr/>
    </dgm:pt>
    <dgm:pt modelId="{082E1BAE-105C-405A-A80E-4DE37987E7A0}" type="pres">
      <dgm:prSet presAssocID="{AC3172B1-C242-4A69-926D-6A7E9D7E239C}" presName="sibTrans" presStyleCnt="0"/>
      <dgm:spPr/>
    </dgm:pt>
    <dgm:pt modelId="{A65462A4-B081-4BC3-A5D7-0B0B58946856}" type="pres">
      <dgm:prSet presAssocID="{E8B015EE-21AC-4AD4-AB06-D0DC45E2EC10}" presName="compNode" presStyleCnt="0"/>
      <dgm:spPr/>
    </dgm:pt>
    <dgm:pt modelId="{B6504C01-015B-4937-8AF1-9F717651BAEC}" type="pres">
      <dgm:prSet presAssocID="{E8B015EE-21AC-4AD4-AB06-D0DC45E2EC1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lder"/>
        </a:ext>
      </dgm:extLst>
    </dgm:pt>
    <dgm:pt modelId="{E1B169DC-41D6-403D-967E-B74DD951005D}" type="pres">
      <dgm:prSet presAssocID="{E8B015EE-21AC-4AD4-AB06-D0DC45E2EC10}" presName="spaceRect" presStyleCnt="0"/>
      <dgm:spPr/>
    </dgm:pt>
    <dgm:pt modelId="{B1F627EE-9045-4213-9C5D-BEA49D175A0D}" type="pres">
      <dgm:prSet presAssocID="{E8B015EE-21AC-4AD4-AB06-D0DC45E2EC10}" presName="textRect" presStyleLbl="revTx" presStyleIdx="4" presStyleCnt="6">
        <dgm:presLayoutVars>
          <dgm:chMax val="1"/>
          <dgm:chPref val="1"/>
        </dgm:presLayoutVars>
      </dgm:prSet>
      <dgm:spPr/>
    </dgm:pt>
    <dgm:pt modelId="{CC3F71FB-1433-4111-B7DA-FB8E844A80B7}" type="pres">
      <dgm:prSet presAssocID="{80E85EB3-A66C-4F78-A11E-EAA977955940}" presName="sibTrans" presStyleCnt="0"/>
      <dgm:spPr/>
    </dgm:pt>
    <dgm:pt modelId="{3C2A947E-29FB-4918-B151-A437DF912742}" type="pres">
      <dgm:prSet presAssocID="{4E07E154-ABE6-4A10-8CBE-9C274C07A49B}" presName="compNode" presStyleCnt="0"/>
      <dgm:spPr/>
    </dgm:pt>
    <dgm:pt modelId="{03B09B08-0658-448D-A000-76F7E0A0215B}" type="pres">
      <dgm:prSet presAssocID="{4E07E154-ABE6-4A10-8CBE-9C274C07A49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eeting"/>
        </a:ext>
      </dgm:extLst>
    </dgm:pt>
    <dgm:pt modelId="{1B8F5676-BF1C-49D7-8A64-F1F69E98EC9C}" type="pres">
      <dgm:prSet presAssocID="{4E07E154-ABE6-4A10-8CBE-9C274C07A49B}" presName="spaceRect" presStyleCnt="0"/>
      <dgm:spPr/>
    </dgm:pt>
    <dgm:pt modelId="{85481007-184D-450B-B706-AFF6813F9129}" type="pres">
      <dgm:prSet presAssocID="{4E07E154-ABE6-4A10-8CBE-9C274C07A49B}" presName="textRect" presStyleLbl="revTx" presStyleIdx="5" presStyleCnt="6">
        <dgm:presLayoutVars>
          <dgm:chMax val="1"/>
          <dgm:chPref val="1"/>
        </dgm:presLayoutVars>
      </dgm:prSet>
      <dgm:spPr/>
    </dgm:pt>
  </dgm:ptLst>
  <dgm:cxnLst>
    <dgm:cxn modelId="{0B1C1639-D838-40FA-A375-F60BE5B43696}" type="presOf" srcId="{E8B015EE-21AC-4AD4-AB06-D0DC45E2EC10}" destId="{B1F627EE-9045-4213-9C5D-BEA49D175A0D}" srcOrd="0" destOrd="0" presId="urn:microsoft.com/office/officeart/2018/2/layout/IconLabelList"/>
    <dgm:cxn modelId="{6C163E3B-39B4-4319-9885-3B3321513F21}" srcId="{75258B28-2E7C-4781-9E94-C8E3E9CC35DC}" destId="{4E07E154-ABE6-4A10-8CBE-9C274C07A49B}" srcOrd="5" destOrd="0" parTransId="{EB8A9B05-B7F1-407A-85CA-40CCB7B77B3A}" sibTransId="{F003D662-7E76-4A65-9A00-0BC2032A76E7}"/>
    <dgm:cxn modelId="{12816D5D-3FF5-471C-85BA-7ECB17B00C7A}" type="presOf" srcId="{75258B28-2E7C-4781-9E94-C8E3E9CC35DC}" destId="{BAE29A02-71B5-4231-A450-058F29D99CB9}" srcOrd="0" destOrd="0" presId="urn:microsoft.com/office/officeart/2018/2/layout/IconLabelList"/>
    <dgm:cxn modelId="{E0B52062-5DEB-4751-A694-3153775984D9}" srcId="{75258B28-2E7C-4781-9E94-C8E3E9CC35DC}" destId="{32E51BFB-124F-489D-9C8F-1A073F1C6792}" srcOrd="1" destOrd="0" parTransId="{ABA03767-7D6E-4ACF-BF7E-364F0DBC65EA}" sibTransId="{37ACFD70-60A5-4D3C-B552-9876E384D895}"/>
    <dgm:cxn modelId="{736D5945-7300-4E15-9996-BA244973B090}" type="presOf" srcId="{4E07E154-ABE6-4A10-8CBE-9C274C07A49B}" destId="{85481007-184D-450B-B706-AFF6813F9129}" srcOrd="0" destOrd="0" presId="urn:microsoft.com/office/officeart/2018/2/layout/IconLabelList"/>
    <dgm:cxn modelId="{51DABC6F-367D-4496-86B3-B885A099F85E}" srcId="{75258B28-2E7C-4781-9E94-C8E3E9CC35DC}" destId="{35E4B8F8-973E-4DDB-B274-33164486492C}" srcOrd="0" destOrd="0" parTransId="{9B6B4D19-60F5-48C9-AE71-3DD475A81371}" sibTransId="{F0E14DDF-B23A-4049-BFE9-832F1ADE2B9E}"/>
    <dgm:cxn modelId="{B9E18F82-4E56-4D8C-9FBD-629DE8550D4F}" type="presOf" srcId="{35E4B8F8-973E-4DDB-B274-33164486492C}" destId="{E779618D-8506-43B5-878D-D389C4B82FC5}" srcOrd="0" destOrd="0" presId="urn:microsoft.com/office/officeart/2018/2/layout/IconLabelList"/>
    <dgm:cxn modelId="{E07EBD88-BAAA-457F-B254-15FDF2E67538}" type="presOf" srcId="{AE5F0164-E6E7-45A6-ADDF-F61192C75762}" destId="{F3FD23BE-61F1-49C5-877F-E3F0045F27CD}" srcOrd="0" destOrd="0" presId="urn:microsoft.com/office/officeart/2018/2/layout/IconLabelList"/>
    <dgm:cxn modelId="{D5E25999-CFEF-4558-8554-F021C091A1BC}" srcId="{75258B28-2E7C-4781-9E94-C8E3E9CC35DC}" destId="{AE5F0164-E6E7-45A6-ADDF-F61192C75762}" srcOrd="2" destOrd="0" parTransId="{21FEE414-650C-42F1-A514-B423FE3E8546}" sibTransId="{958F5AE2-B195-4FB6-B601-9015BB7640AF}"/>
    <dgm:cxn modelId="{E1F30ABF-5BBD-45C2-8C20-00C4599F506A}" type="presOf" srcId="{32E51BFB-124F-489D-9C8F-1A073F1C6792}" destId="{89E748F4-C07A-4D87-BAC9-E0FE01A09509}" srcOrd="0" destOrd="0" presId="urn:microsoft.com/office/officeart/2018/2/layout/IconLabelList"/>
    <dgm:cxn modelId="{5A613BCF-1ACB-4EFA-8813-72202FC86DEC}" srcId="{75258B28-2E7C-4781-9E94-C8E3E9CC35DC}" destId="{873DDE8A-A9E4-47F5-BDE9-5572CA1B8878}" srcOrd="3" destOrd="0" parTransId="{F1551D26-CE7A-4F19-99FB-B52D0CB1DD64}" sibTransId="{AC3172B1-C242-4A69-926D-6A7E9D7E239C}"/>
    <dgm:cxn modelId="{0E3795EA-384E-49E7-8FA0-7384CA70F26B}" type="presOf" srcId="{873DDE8A-A9E4-47F5-BDE9-5572CA1B8878}" destId="{18290FE2-58B2-47D0-9F57-6193FF2F319B}" srcOrd="0" destOrd="0" presId="urn:microsoft.com/office/officeart/2018/2/layout/IconLabelList"/>
    <dgm:cxn modelId="{DE8DB6EF-2EC4-46BB-8445-0B49AE456A6D}" srcId="{75258B28-2E7C-4781-9E94-C8E3E9CC35DC}" destId="{E8B015EE-21AC-4AD4-AB06-D0DC45E2EC10}" srcOrd="4" destOrd="0" parTransId="{E309B33D-43C6-4542-B663-E53DE26148D5}" sibTransId="{80E85EB3-A66C-4F78-A11E-EAA977955940}"/>
    <dgm:cxn modelId="{7CDF5324-A778-4B23-A002-0AF25B325A59}" type="presParOf" srcId="{BAE29A02-71B5-4231-A450-058F29D99CB9}" destId="{D9A1DBE3-BE74-44FD-B2ED-3E600381D003}" srcOrd="0" destOrd="0" presId="urn:microsoft.com/office/officeart/2018/2/layout/IconLabelList"/>
    <dgm:cxn modelId="{0BE4661D-E729-4700-82CB-07F369536300}" type="presParOf" srcId="{D9A1DBE3-BE74-44FD-B2ED-3E600381D003}" destId="{5B573364-2F49-433F-9973-47B23C236719}" srcOrd="0" destOrd="0" presId="urn:microsoft.com/office/officeart/2018/2/layout/IconLabelList"/>
    <dgm:cxn modelId="{EE69D46D-A35D-457A-A072-A34A5C17DE3F}" type="presParOf" srcId="{D9A1DBE3-BE74-44FD-B2ED-3E600381D003}" destId="{14F381AE-011E-4B5F-BB2F-B65493EF3956}" srcOrd="1" destOrd="0" presId="urn:microsoft.com/office/officeart/2018/2/layout/IconLabelList"/>
    <dgm:cxn modelId="{BAB95F43-E639-48A9-B866-F76E06575D33}" type="presParOf" srcId="{D9A1DBE3-BE74-44FD-B2ED-3E600381D003}" destId="{E779618D-8506-43B5-878D-D389C4B82FC5}" srcOrd="2" destOrd="0" presId="urn:microsoft.com/office/officeart/2018/2/layout/IconLabelList"/>
    <dgm:cxn modelId="{461846E8-84C2-4EE4-ACCA-1AA8A2EF56CC}" type="presParOf" srcId="{BAE29A02-71B5-4231-A450-058F29D99CB9}" destId="{56B89FF6-E1AD-48C5-809C-958193DB8887}" srcOrd="1" destOrd="0" presId="urn:microsoft.com/office/officeart/2018/2/layout/IconLabelList"/>
    <dgm:cxn modelId="{01EFB8F5-B00F-49A2-907F-5130D57532FC}" type="presParOf" srcId="{BAE29A02-71B5-4231-A450-058F29D99CB9}" destId="{632587E1-100C-4C94-AFE8-73AE9881E453}" srcOrd="2" destOrd="0" presId="urn:microsoft.com/office/officeart/2018/2/layout/IconLabelList"/>
    <dgm:cxn modelId="{68B24485-9FCD-4B2E-9F6A-0FB9C9C84AA6}" type="presParOf" srcId="{632587E1-100C-4C94-AFE8-73AE9881E453}" destId="{1EDF85E9-2B77-41B6-BB73-11E2EEC79602}" srcOrd="0" destOrd="0" presId="urn:microsoft.com/office/officeart/2018/2/layout/IconLabelList"/>
    <dgm:cxn modelId="{181B0E27-372A-4CC2-8141-0BC472C3659C}" type="presParOf" srcId="{632587E1-100C-4C94-AFE8-73AE9881E453}" destId="{B47C38C8-BA18-4F39-B850-32341E5ACA8A}" srcOrd="1" destOrd="0" presId="urn:microsoft.com/office/officeart/2018/2/layout/IconLabelList"/>
    <dgm:cxn modelId="{DEE8C402-6DBD-4290-B4E0-7C56808FE96C}" type="presParOf" srcId="{632587E1-100C-4C94-AFE8-73AE9881E453}" destId="{89E748F4-C07A-4D87-BAC9-E0FE01A09509}" srcOrd="2" destOrd="0" presId="urn:microsoft.com/office/officeart/2018/2/layout/IconLabelList"/>
    <dgm:cxn modelId="{8EC5A145-4A0A-4D59-8A0B-37CD3AE3FF37}" type="presParOf" srcId="{BAE29A02-71B5-4231-A450-058F29D99CB9}" destId="{B467F9EF-DD82-41B0-9323-0138747DF914}" srcOrd="3" destOrd="0" presId="urn:microsoft.com/office/officeart/2018/2/layout/IconLabelList"/>
    <dgm:cxn modelId="{7067CF70-3B94-49FC-84D3-7ADFF0435D9E}" type="presParOf" srcId="{BAE29A02-71B5-4231-A450-058F29D99CB9}" destId="{CCE2EE9F-5A36-4DEC-99C1-E4CBA791D6DE}" srcOrd="4" destOrd="0" presId="urn:microsoft.com/office/officeart/2018/2/layout/IconLabelList"/>
    <dgm:cxn modelId="{8B61322B-5416-4A3C-A500-7DD5F09AA06E}" type="presParOf" srcId="{CCE2EE9F-5A36-4DEC-99C1-E4CBA791D6DE}" destId="{5BC29821-BA97-4253-BA99-EA7DBCB87D80}" srcOrd="0" destOrd="0" presId="urn:microsoft.com/office/officeart/2018/2/layout/IconLabelList"/>
    <dgm:cxn modelId="{706EB8EB-A314-4C75-B00F-041A08ABD9DB}" type="presParOf" srcId="{CCE2EE9F-5A36-4DEC-99C1-E4CBA791D6DE}" destId="{543E52FB-8CD7-4010-924C-1486031664ED}" srcOrd="1" destOrd="0" presId="urn:microsoft.com/office/officeart/2018/2/layout/IconLabelList"/>
    <dgm:cxn modelId="{20047902-4274-46DA-9C7E-291671AA2C68}" type="presParOf" srcId="{CCE2EE9F-5A36-4DEC-99C1-E4CBA791D6DE}" destId="{F3FD23BE-61F1-49C5-877F-E3F0045F27CD}" srcOrd="2" destOrd="0" presId="urn:microsoft.com/office/officeart/2018/2/layout/IconLabelList"/>
    <dgm:cxn modelId="{0F73CDBC-E839-4162-AE2C-AD94579049A3}" type="presParOf" srcId="{BAE29A02-71B5-4231-A450-058F29D99CB9}" destId="{8C355E55-6B71-45D5-864E-AEF956259A35}" srcOrd="5" destOrd="0" presId="urn:microsoft.com/office/officeart/2018/2/layout/IconLabelList"/>
    <dgm:cxn modelId="{F97515EE-EC00-4C3C-A4B4-6B0BCB3D5730}" type="presParOf" srcId="{BAE29A02-71B5-4231-A450-058F29D99CB9}" destId="{BC50695E-757D-444C-BB10-11F7985448FB}" srcOrd="6" destOrd="0" presId="urn:microsoft.com/office/officeart/2018/2/layout/IconLabelList"/>
    <dgm:cxn modelId="{23D797C8-C847-49BB-B779-D67E9E9AAD07}" type="presParOf" srcId="{BC50695E-757D-444C-BB10-11F7985448FB}" destId="{FFFE5E6F-7864-4D99-BC18-7D8A1F44A9DE}" srcOrd="0" destOrd="0" presId="urn:microsoft.com/office/officeart/2018/2/layout/IconLabelList"/>
    <dgm:cxn modelId="{BF0F25F8-6C24-431D-87D7-E6142A64E194}" type="presParOf" srcId="{BC50695E-757D-444C-BB10-11F7985448FB}" destId="{846176D0-E0FC-4DDB-A143-FEF521733A7A}" srcOrd="1" destOrd="0" presId="urn:microsoft.com/office/officeart/2018/2/layout/IconLabelList"/>
    <dgm:cxn modelId="{BB37E0A2-1169-4BC5-B7EE-A7924923E475}" type="presParOf" srcId="{BC50695E-757D-444C-BB10-11F7985448FB}" destId="{18290FE2-58B2-47D0-9F57-6193FF2F319B}" srcOrd="2" destOrd="0" presId="urn:microsoft.com/office/officeart/2018/2/layout/IconLabelList"/>
    <dgm:cxn modelId="{E2AE043C-DD36-45CF-9271-C2F126DA2DE2}" type="presParOf" srcId="{BAE29A02-71B5-4231-A450-058F29D99CB9}" destId="{082E1BAE-105C-405A-A80E-4DE37987E7A0}" srcOrd="7" destOrd="0" presId="urn:microsoft.com/office/officeart/2018/2/layout/IconLabelList"/>
    <dgm:cxn modelId="{3F05EBDA-F221-4F6A-83D8-DA9B61446D16}" type="presParOf" srcId="{BAE29A02-71B5-4231-A450-058F29D99CB9}" destId="{A65462A4-B081-4BC3-A5D7-0B0B58946856}" srcOrd="8" destOrd="0" presId="urn:microsoft.com/office/officeart/2018/2/layout/IconLabelList"/>
    <dgm:cxn modelId="{C0AE231E-FA5E-4DA4-B838-624FD36BA353}" type="presParOf" srcId="{A65462A4-B081-4BC3-A5D7-0B0B58946856}" destId="{B6504C01-015B-4937-8AF1-9F717651BAEC}" srcOrd="0" destOrd="0" presId="urn:microsoft.com/office/officeart/2018/2/layout/IconLabelList"/>
    <dgm:cxn modelId="{01EC438D-A0C6-4E5C-BEE1-4DAE2069428B}" type="presParOf" srcId="{A65462A4-B081-4BC3-A5D7-0B0B58946856}" destId="{E1B169DC-41D6-403D-967E-B74DD951005D}" srcOrd="1" destOrd="0" presId="urn:microsoft.com/office/officeart/2018/2/layout/IconLabelList"/>
    <dgm:cxn modelId="{965BD032-A046-4305-91DE-579212F18FAA}" type="presParOf" srcId="{A65462A4-B081-4BC3-A5D7-0B0B58946856}" destId="{B1F627EE-9045-4213-9C5D-BEA49D175A0D}" srcOrd="2" destOrd="0" presId="urn:microsoft.com/office/officeart/2018/2/layout/IconLabelList"/>
    <dgm:cxn modelId="{BE860703-FA77-4D2A-8067-555E2E727C16}" type="presParOf" srcId="{BAE29A02-71B5-4231-A450-058F29D99CB9}" destId="{CC3F71FB-1433-4111-B7DA-FB8E844A80B7}" srcOrd="9" destOrd="0" presId="urn:microsoft.com/office/officeart/2018/2/layout/IconLabelList"/>
    <dgm:cxn modelId="{B5E8C983-CAF0-4954-B066-FDD2B5954E48}" type="presParOf" srcId="{BAE29A02-71B5-4231-A450-058F29D99CB9}" destId="{3C2A947E-29FB-4918-B151-A437DF912742}" srcOrd="10" destOrd="0" presId="urn:microsoft.com/office/officeart/2018/2/layout/IconLabelList"/>
    <dgm:cxn modelId="{80C37362-8C7B-45E1-A633-71907600C767}" type="presParOf" srcId="{3C2A947E-29FB-4918-B151-A437DF912742}" destId="{03B09B08-0658-448D-A000-76F7E0A0215B}" srcOrd="0" destOrd="0" presId="urn:microsoft.com/office/officeart/2018/2/layout/IconLabelList"/>
    <dgm:cxn modelId="{0EB7E1AC-0B00-4639-ACB5-64157987A4F9}" type="presParOf" srcId="{3C2A947E-29FB-4918-B151-A437DF912742}" destId="{1B8F5676-BF1C-49D7-8A64-F1F69E98EC9C}" srcOrd="1" destOrd="0" presId="urn:microsoft.com/office/officeart/2018/2/layout/IconLabelList"/>
    <dgm:cxn modelId="{7F611445-01E0-49D2-866B-DA278A794E93}" type="presParOf" srcId="{3C2A947E-29FB-4918-B151-A437DF912742}" destId="{85481007-184D-450B-B706-AFF6813F912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EDEFB6-9FBE-41D0-B96D-316597E9A3A0}"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040B49DB-0EFF-40F8-A7D7-E9F093022309}">
      <dgm:prSet/>
      <dgm:spPr/>
      <dgm:t>
        <a:bodyPr/>
        <a:lstStyle/>
        <a:p>
          <a:r>
            <a:rPr lang="en-IN"/>
            <a:t>Analyze employee attrition trends and identify high‑risk departments</a:t>
          </a:r>
          <a:endParaRPr lang="en-US"/>
        </a:p>
      </dgm:t>
    </dgm:pt>
    <dgm:pt modelId="{17A7F40F-7AE9-4963-8823-C0C699164C4B}" type="parTrans" cxnId="{6DE9B8F3-9E31-459D-9FC9-018E0375D5C0}">
      <dgm:prSet/>
      <dgm:spPr/>
      <dgm:t>
        <a:bodyPr/>
        <a:lstStyle/>
        <a:p>
          <a:endParaRPr lang="en-US"/>
        </a:p>
      </dgm:t>
    </dgm:pt>
    <dgm:pt modelId="{DFECADE8-1AB1-4759-A982-E3ADE83269E0}" type="sibTrans" cxnId="{6DE9B8F3-9E31-459D-9FC9-018E0375D5C0}">
      <dgm:prSet phldrT="1" phldr="0"/>
      <dgm:spPr/>
      <dgm:t>
        <a:bodyPr/>
        <a:lstStyle/>
        <a:p>
          <a:r>
            <a:rPr lang="en-US"/>
            <a:t>1</a:t>
          </a:r>
        </a:p>
      </dgm:t>
    </dgm:pt>
    <dgm:pt modelId="{2E8E3A76-32B3-4155-A7B7-3A64D6FBCEE6}">
      <dgm:prSet/>
      <dgm:spPr/>
      <dgm:t>
        <a:bodyPr/>
        <a:lstStyle/>
        <a:p>
          <a:r>
            <a:rPr lang="en-IN"/>
            <a:t>Understand the relationship between engagement, satisfaction, performance, and attrition</a:t>
          </a:r>
          <a:endParaRPr lang="en-US"/>
        </a:p>
      </dgm:t>
    </dgm:pt>
    <dgm:pt modelId="{6D356E64-B1D1-494C-99B9-D688041E53D8}" type="parTrans" cxnId="{AE513694-C9E4-4782-BFB1-D5762DF4ED22}">
      <dgm:prSet/>
      <dgm:spPr/>
      <dgm:t>
        <a:bodyPr/>
        <a:lstStyle/>
        <a:p>
          <a:endParaRPr lang="en-US"/>
        </a:p>
      </dgm:t>
    </dgm:pt>
    <dgm:pt modelId="{5009BCCB-C6D3-4EDD-BFBF-85BF069235E2}" type="sibTrans" cxnId="{AE513694-C9E4-4782-BFB1-D5762DF4ED22}">
      <dgm:prSet phldrT="2" phldr="0"/>
      <dgm:spPr/>
      <dgm:t>
        <a:bodyPr/>
        <a:lstStyle/>
        <a:p>
          <a:r>
            <a:rPr lang="en-US"/>
            <a:t>2</a:t>
          </a:r>
        </a:p>
      </dgm:t>
    </dgm:pt>
    <dgm:pt modelId="{A213EDE6-07B0-44AC-9FF4-5A3B9D58CAB0}">
      <dgm:prSet/>
      <dgm:spPr/>
      <dgm:t>
        <a:bodyPr/>
        <a:lstStyle/>
        <a:p>
          <a:r>
            <a:rPr lang="en-IN"/>
            <a:t>Evaluate workforce composition and diversity</a:t>
          </a:r>
          <a:endParaRPr lang="en-US"/>
        </a:p>
      </dgm:t>
    </dgm:pt>
    <dgm:pt modelId="{816156FE-8FF2-4596-A928-312837AF6CCD}" type="parTrans" cxnId="{6D6B01F5-7519-4546-B198-4767ABD16B05}">
      <dgm:prSet/>
      <dgm:spPr/>
      <dgm:t>
        <a:bodyPr/>
        <a:lstStyle/>
        <a:p>
          <a:endParaRPr lang="en-US"/>
        </a:p>
      </dgm:t>
    </dgm:pt>
    <dgm:pt modelId="{62DC5090-6C4D-4085-9A51-212BA2EF5631}" type="sibTrans" cxnId="{6D6B01F5-7519-4546-B198-4767ABD16B05}">
      <dgm:prSet phldrT="3" phldr="0"/>
      <dgm:spPr/>
      <dgm:t>
        <a:bodyPr/>
        <a:lstStyle/>
        <a:p>
          <a:r>
            <a:rPr lang="en-US"/>
            <a:t>3</a:t>
          </a:r>
        </a:p>
      </dgm:t>
    </dgm:pt>
    <dgm:pt modelId="{1F67D099-CA24-44B7-AA18-B643506D527C}">
      <dgm:prSet/>
      <dgm:spPr/>
      <dgm:t>
        <a:bodyPr/>
        <a:lstStyle/>
        <a:p>
          <a:r>
            <a:rPr lang="en-IN"/>
            <a:t>Assess the effectiveness of recruitment sources</a:t>
          </a:r>
          <a:endParaRPr lang="en-US"/>
        </a:p>
      </dgm:t>
    </dgm:pt>
    <dgm:pt modelId="{A5852CB9-0579-40BB-8BA1-F3FE3D316811}" type="parTrans" cxnId="{37C9156B-E5DE-4FC7-AEA7-EB1A66744D32}">
      <dgm:prSet/>
      <dgm:spPr/>
      <dgm:t>
        <a:bodyPr/>
        <a:lstStyle/>
        <a:p>
          <a:endParaRPr lang="en-US"/>
        </a:p>
      </dgm:t>
    </dgm:pt>
    <dgm:pt modelId="{EDE454A7-1C82-4D9C-B305-2B8B14161B6D}" type="sibTrans" cxnId="{37C9156B-E5DE-4FC7-AEA7-EB1A66744D32}">
      <dgm:prSet phldrT="4" phldr="0"/>
      <dgm:spPr/>
      <dgm:t>
        <a:bodyPr/>
        <a:lstStyle/>
        <a:p>
          <a:r>
            <a:rPr lang="en-US"/>
            <a:t>4</a:t>
          </a:r>
        </a:p>
      </dgm:t>
    </dgm:pt>
    <dgm:pt modelId="{4D2331FF-5187-47E8-81D6-C5512F5D8CE5}">
      <dgm:prSet/>
      <dgm:spPr/>
      <dgm:t>
        <a:bodyPr/>
        <a:lstStyle/>
        <a:p>
          <a:r>
            <a:rPr lang="en-IN"/>
            <a:t>Deliver clear, executive‑friendly dashboards for decision‑making</a:t>
          </a:r>
          <a:endParaRPr lang="en-US"/>
        </a:p>
      </dgm:t>
    </dgm:pt>
    <dgm:pt modelId="{0B41FA90-D0E1-447D-915C-ACD3F8D46AB2}" type="parTrans" cxnId="{9E389E2B-E22C-46B0-B7D9-3712ADEFE248}">
      <dgm:prSet/>
      <dgm:spPr/>
      <dgm:t>
        <a:bodyPr/>
        <a:lstStyle/>
        <a:p>
          <a:endParaRPr lang="en-US"/>
        </a:p>
      </dgm:t>
    </dgm:pt>
    <dgm:pt modelId="{BFD89C15-3CFE-43FA-843D-3D378F3BF0A9}" type="sibTrans" cxnId="{9E389E2B-E22C-46B0-B7D9-3712ADEFE248}">
      <dgm:prSet phldrT="5" phldr="0"/>
      <dgm:spPr/>
      <dgm:t>
        <a:bodyPr/>
        <a:lstStyle/>
        <a:p>
          <a:r>
            <a:rPr lang="en-US"/>
            <a:t>5</a:t>
          </a:r>
        </a:p>
      </dgm:t>
    </dgm:pt>
    <dgm:pt modelId="{7073394A-163B-400B-8AE9-E7444DC9F839}" type="pres">
      <dgm:prSet presAssocID="{63EDEFB6-9FBE-41D0-B96D-316597E9A3A0}" presName="Name0" presStyleCnt="0">
        <dgm:presLayoutVars>
          <dgm:animLvl val="lvl"/>
          <dgm:resizeHandles val="exact"/>
        </dgm:presLayoutVars>
      </dgm:prSet>
      <dgm:spPr/>
    </dgm:pt>
    <dgm:pt modelId="{C05B26E5-ABC9-45D3-8278-66E809A5847A}" type="pres">
      <dgm:prSet presAssocID="{040B49DB-0EFF-40F8-A7D7-E9F093022309}" presName="compositeNode" presStyleCnt="0">
        <dgm:presLayoutVars>
          <dgm:bulletEnabled val="1"/>
        </dgm:presLayoutVars>
      </dgm:prSet>
      <dgm:spPr/>
    </dgm:pt>
    <dgm:pt modelId="{9041D8B2-E147-483A-8138-6B29AF490031}" type="pres">
      <dgm:prSet presAssocID="{040B49DB-0EFF-40F8-A7D7-E9F093022309}" presName="bgRect" presStyleLbl="bgAccFollowNode1" presStyleIdx="0" presStyleCnt="5"/>
      <dgm:spPr/>
    </dgm:pt>
    <dgm:pt modelId="{76565DBF-C7A8-4B55-81ED-D7A1AB30C2A9}" type="pres">
      <dgm:prSet presAssocID="{DFECADE8-1AB1-4759-A982-E3ADE83269E0}" presName="sibTransNodeCircle" presStyleLbl="alignNode1" presStyleIdx="0" presStyleCnt="10">
        <dgm:presLayoutVars>
          <dgm:chMax val="0"/>
          <dgm:bulletEnabled/>
        </dgm:presLayoutVars>
      </dgm:prSet>
      <dgm:spPr/>
    </dgm:pt>
    <dgm:pt modelId="{5B1BC3A2-83B5-4E7A-905F-667D86FC1B9F}" type="pres">
      <dgm:prSet presAssocID="{040B49DB-0EFF-40F8-A7D7-E9F093022309}" presName="bottomLine" presStyleLbl="alignNode1" presStyleIdx="1" presStyleCnt="10">
        <dgm:presLayoutVars/>
      </dgm:prSet>
      <dgm:spPr/>
    </dgm:pt>
    <dgm:pt modelId="{AC33067B-877B-432F-83E1-8F110F5E26E9}" type="pres">
      <dgm:prSet presAssocID="{040B49DB-0EFF-40F8-A7D7-E9F093022309}" presName="nodeText" presStyleLbl="bgAccFollowNode1" presStyleIdx="0" presStyleCnt="5">
        <dgm:presLayoutVars>
          <dgm:bulletEnabled val="1"/>
        </dgm:presLayoutVars>
      </dgm:prSet>
      <dgm:spPr/>
    </dgm:pt>
    <dgm:pt modelId="{D077E6D5-239B-4019-BAFB-ACE051A989CC}" type="pres">
      <dgm:prSet presAssocID="{DFECADE8-1AB1-4759-A982-E3ADE83269E0}" presName="sibTrans" presStyleCnt="0"/>
      <dgm:spPr/>
    </dgm:pt>
    <dgm:pt modelId="{8FEBBEB7-EC95-4768-812B-82821C0BDD82}" type="pres">
      <dgm:prSet presAssocID="{2E8E3A76-32B3-4155-A7B7-3A64D6FBCEE6}" presName="compositeNode" presStyleCnt="0">
        <dgm:presLayoutVars>
          <dgm:bulletEnabled val="1"/>
        </dgm:presLayoutVars>
      </dgm:prSet>
      <dgm:spPr/>
    </dgm:pt>
    <dgm:pt modelId="{178A1860-7502-41C5-BFCE-77E906707567}" type="pres">
      <dgm:prSet presAssocID="{2E8E3A76-32B3-4155-A7B7-3A64D6FBCEE6}" presName="bgRect" presStyleLbl="bgAccFollowNode1" presStyleIdx="1" presStyleCnt="5"/>
      <dgm:spPr/>
    </dgm:pt>
    <dgm:pt modelId="{86AB8F77-AE10-4398-A47C-B47F0D8E1EF1}" type="pres">
      <dgm:prSet presAssocID="{5009BCCB-C6D3-4EDD-BFBF-85BF069235E2}" presName="sibTransNodeCircle" presStyleLbl="alignNode1" presStyleIdx="2" presStyleCnt="10">
        <dgm:presLayoutVars>
          <dgm:chMax val="0"/>
          <dgm:bulletEnabled/>
        </dgm:presLayoutVars>
      </dgm:prSet>
      <dgm:spPr/>
    </dgm:pt>
    <dgm:pt modelId="{EB154450-10AB-4CFD-8C90-246FF6E9C16E}" type="pres">
      <dgm:prSet presAssocID="{2E8E3A76-32B3-4155-A7B7-3A64D6FBCEE6}" presName="bottomLine" presStyleLbl="alignNode1" presStyleIdx="3" presStyleCnt="10">
        <dgm:presLayoutVars/>
      </dgm:prSet>
      <dgm:spPr/>
    </dgm:pt>
    <dgm:pt modelId="{20BD914A-16A8-4520-B826-7C79C392E810}" type="pres">
      <dgm:prSet presAssocID="{2E8E3A76-32B3-4155-A7B7-3A64D6FBCEE6}" presName="nodeText" presStyleLbl="bgAccFollowNode1" presStyleIdx="1" presStyleCnt="5">
        <dgm:presLayoutVars>
          <dgm:bulletEnabled val="1"/>
        </dgm:presLayoutVars>
      </dgm:prSet>
      <dgm:spPr/>
    </dgm:pt>
    <dgm:pt modelId="{23B1BC68-C342-4C4B-A22F-1659277A46B8}" type="pres">
      <dgm:prSet presAssocID="{5009BCCB-C6D3-4EDD-BFBF-85BF069235E2}" presName="sibTrans" presStyleCnt="0"/>
      <dgm:spPr/>
    </dgm:pt>
    <dgm:pt modelId="{CFA3F0C1-015B-434F-B117-DA2F8609DF5F}" type="pres">
      <dgm:prSet presAssocID="{A213EDE6-07B0-44AC-9FF4-5A3B9D58CAB0}" presName="compositeNode" presStyleCnt="0">
        <dgm:presLayoutVars>
          <dgm:bulletEnabled val="1"/>
        </dgm:presLayoutVars>
      </dgm:prSet>
      <dgm:spPr/>
    </dgm:pt>
    <dgm:pt modelId="{A9F8ABCC-D41E-4AE3-BA13-998B28650691}" type="pres">
      <dgm:prSet presAssocID="{A213EDE6-07B0-44AC-9FF4-5A3B9D58CAB0}" presName="bgRect" presStyleLbl="bgAccFollowNode1" presStyleIdx="2" presStyleCnt="5"/>
      <dgm:spPr/>
    </dgm:pt>
    <dgm:pt modelId="{0CF05091-39B1-4FFE-92FF-242D872AC4A8}" type="pres">
      <dgm:prSet presAssocID="{62DC5090-6C4D-4085-9A51-212BA2EF5631}" presName="sibTransNodeCircle" presStyleLbl="alignNode1" presStyleIdx="4" presStyleCnt="10">
        <dgm:presLayoutVars>
          <dgm:chMax val="0"/>
          <dgm:bulletEnabled/>
        </dgm:presLayoutVars>
      </dgm:prSet>
      <dgm:spPr/>
    </dgm:pt>
    <dgm:pt modelId="{12ED27E6-CFCC-49FF-8CFE-1815387DC13B}" type="pres">
      <dgm:prSet presAssocID="{A213EDE6-07B0-44AC-9FF4-5A3B9D58CAB0}" presName="bottomLine" presStyleLbl="alignNode1" presStyleIdx="5" presStyleCnt="10">
        <dgm:presLayoutVars/>
      </dgm:prSet>
      <dgm:spPr/>
    </dgm:pt>
    <dgm:pt modelId="{CAF46F19-7140-4A21-BDA9-EF292485424A}" type="pres">
      <dgm:prSet presAssocID="{A213EDE6-07B0-44AC-9FF4-5A3B9D58CAB0}" presName="nodeText" presStyleLbl="bgAccFollowNode1" presStyleIdx="2" presStyleCnt="5">
        <dgm:presLayoutVars>
          <dgm:bulletEnabled val="1"/>
        </dgm:presLayoutVars>
      </dgm:prSet>
      <dgm:spPr/>
    </dgm:pt>
    <dgm:pt modelId="{E78D43C3-8209-4A1F-B9CB-2DFA2646AF17}" type="pres">
      <dgm:prSet presAssocID="{62DC5090-6C4D-4085-9A51-212BA2EF5631}" presName="sibTrans" presStyleCnt="0"/>
      <dgm:spPr/>
    </dgm:pt>
    <dgm:pt modelId="{38DBE69B-99A5-48E0-9976-70FB0CF44E8F}" type="pres">
      <dgm:prSet presAssocID="{1F67D099-CA24-44B7-AA18-B643506D527C}" presName="compositeNode" presStyleCnt="0">
        <dgm:presLayoutVars>
          <dgm:bulletEnabled val="1"/>
        </dgm:presLayoutVars>
      </dgm:prSet>
      <dgm:spPr/>
    </dgm:pt>
    <dgm:pt modelId="{407D1A24-859F-4C95-9EDA-FCC4418FE904}" type="pres">
      <dgm:prSet presAssocID="{1F67D099-CA24-44B7-AA18-B643506D527C}" presName="bgRect" presStyleLbl="bgAccFollowNode1" presStyleIdx="3" presStyleCnt="5"/>
      <dgm:spPr/>
    </dgm:pt>
    <dgm:pt modelId="{A14EFC6E-9CA8-410E-A82C-83231014181F}" type="pres">
      <dgm:prSet presAssocID="{EDE454A7-1C82-4D9C-B305-2B8B14161B6D}" presName="sibTransNodeCircle" presStyleLbl="alignNode1" presStyleIdx="6" presStyleCnt="10">
        <dgm:presLayoutVars>
          <dgm:chMax val="0"/>
          <dgm:bulletEnabled/>
        </dgm:presLayoutVars>
      </dgm:prSet>
      <dgm:spPr/>
    </dgm:pt>
    <dgm:pt modelId="{88CB74C3-8336-4EB1-8A82-B2CF3C531CFC}" type="pres">
      <dgm:prSet presAssocID="{1F67D099-CA24-44B7-AA18-B643506D527C}" presName="bottomLine" presStyleLbl="alignNode1" presStyleIdx="7" presStyleCnt="10">
        <dgm:presLayoutVars/>
      </dgm:prSet>
      <dgm:spPr/>
    </dgm:pt>
    <dgm:pt modelId="{605E9EBA-CB4B-447D-9CD6-8D8EE67513A9}" type="pres">
      <dgm:prSet presAssocID="{1F67D099-CA24-44B7-AA18-B643506D527C}" presName="nodeText" presStyleLbl="bgAccFollowNode1" presStyleIdx="3" presStyleCnt="5">
        <dgm:presLayoutVars>
          <dgm:bulletEnabled val="1"/>
        </dgm:presLayoutVars>
      </dgm:prSet>
      <dgm:spPr/>
    </dgm:pt>
    <dgm:pt modelId="{4800FD8E-0CF7-4747-A127-533944B485EF}" type="pres">
      <dgm:prSet presAssocID="{EDE454A7-1C82-4D9C-B305-2B8B14161B6D}" presName="sibTrans" presStyleCnt="0"/>
      <dgm:spPr/>
    </dgm:pt>
    <dgm:pt modelId="{C07679D3-9816-43B3-B295-5DB4C82F9CD5}" type="pres">
      <dgm:prSet presAssocID="{4D2331FF-5187-47E8-81D6-C5512F5D8CE5}" presName="compositeNode" presStyleCnt="0">
        <dgm:presLayoutVars>
          <dgm:bulletEnabled val="1"/>
        </dgm:presLayoutVars>
      </dgm:prSet>
      <dgm:spPr/>
    </dgm:pt>
    <dgm:pt modelId="{008E04BF-69E0-4434-83B8-825E1C8A9381}" type="pres">
      <dgm:prSet presAssocID="{4D2331FF-5187-47E8-81D6-C5512F5D8CE5}" presName="bgRect" presStyleLbl="bgAccFollowNode1" presStyleIdx="4" presStyleCnt="5"/>
      <dgm:spPr/>
    </dgm:pt>
    <dgm:pt modelId="{1E29544E-B57B-4BFC-B98C-7DC5836D02CB}" type="pres">
      <dgm:prSet presAssocID="{BFD89C15-3CFE-43FA-843D-3D378F3BF0A9}" presName="sibTransNodeCircle" presStyleLbl="alignNode1" presStyleIdx="8" presStyleCnt="10">
        <dgm:presLayoutVars>
          <dgm:chMax val="0"/>
          <dgm:bulletEnabled/>
        </dgm:presLayoutVars>
      </dgm:prSet>
      <dgm:spPr/>
    </dgm:pt>
    <dgm:pt modelId="{D800E33C-F3FB-40A1-BADD-CD5AF4215C0E}" type="pres">
      <dgm:prSet presAssocID="{4D2331FF-5187-47E8-81D6-C5512F5D8CE5}" presName="bottomLine" presStyleLbl="alignNode1" presStyleIdx="9" presStyleCnt="10">
        <dgm:presLayoutVars/>
      </dgm:prSet>
      <dgm:spPr/>
    </dgm:pt>
    <dgm:pt modelId="{1DECFCE5-65B5-4A58-8A42-06034659FFF8}" type="pres">
      <dgm:prSet presAssocID="{4D2331FF-5187-47E8-81D6-C5512F5D8CE5}" presName="nodeText" presStyleLbl="bgAccFollowNode1" presStyleIdx="4" presStyleCnt="5">
        <dgm:presLayoutVars>
          <dgm:bulletEnabled val="1"/>
        </dgm:presLayoutVars>
      </dgm:prSet>
      <dgm:spPr/>
    </dgm:pt>
  </dgm:ptLst>
  <dgm:cxnLst>
    <dgm:cxn modelId="{14272203-DEE1-4020-9BEE-884B3FB3F0DC}" type="presOf" srcId="{1F67D099-CA24-44B7-AA18-B643506D527C}" destId="{407D1A24-859F-4C95-9EDA-FCC4418FE904}" srcOrd="0" destOrd="0" presId="urn:microsoft.com/office/officeart/2016/7/layout/BasicLinearProcessNumbered"/>
    <dgm:cxn modelId="{CBF9C505-D258-4648-8AFF-2662AF350B52}" type="presOf" srcId="{5009BCCB-C6D3-4EDD-BFBF-85BF069235E2}" destId="{86AB8F77-AE10-4398-A47C-B47F0D8E1EF1}" srcOrd="0" destOrd="0" presId="urn:microsoft.com/office/officeart/2016/7/layout/BasicLinearProcessNumbered"/>
    <dgm:cxn modelId="{CE64980D-255C-4CD4-9546-AD2353FFA3CC}" type="presOf" srcId="{62DC5090-6C4D-4085-9A51-212BA2EF5631}" destId="{0CF05091-39B1-4FFE-92FF-242D872AC4A8}" srcOrd="0" destOrd="0" presId="urn:microsoft.com/office/officeart/2016/7/layout/BasicLinearProcessNumbered"/>
    <dgm:cxn modelId="{9E389E2B-E22C-46B0-B7D9-3712ADEFE248}" srcId="{63EDEFB6-9FBE-41D0-B96D-316597E9A3A0}" destId="{4D2331FF-5187-47E8-81D6-C5512F5D8CE5}" srcOrd="4" destOrd="0" parTransId="{0B41FA90-D0E1-447D-915C-ACD3F8D46AB2}" sibTransId="{BFD89C15-3CFE-43FA-843D-3D378F3BF0A9}"/>
    <dgm:cxn modelId="{BC53D037-531E-4E3E-BECB-B815C389A2DE}" type="presOf" srcId="{040B49DB-0EFF-40F8-A7D7-E9F093022309}" destId="{AC33067B-877B-432F-83E1-8F110F5E26E9}" srcOrd="1" destOrd="0" presId="urn:microsoft.com/office/officeart/2016/7/layout/BasicLinearProcessNumbered"/>
    <dgm:cxn modelId="{EC54CA43-35B5-4BF4-A838-87B7D253310F}" type="presOf" srcId="{EDE454A7-1C82-4D9C-B305-2B8B14161B6D}" destId="{A14EFC6E-9CA8-410E-A82C-83231014181F}" srcOrd="0" destOrd="0" presId="urn:microsoft.com/office/officeart/2016/7/layout/BasicLinearProcessNumbered"/>
    <dgm:cxn modelId="{37C9156B-E5DE-4FC7-AEA7-EB1A66744D32}" srcId="{63EDEFB6-9FBE-41D0-B96D-316597E9A3A0}" destId="{1F67D099-CA24-44B7-AA18-B643506D527C}" srcOrd="3" destOrd="0" parTransId="{A5852CB9-0579-40BB-8BA1-F3FE3D316811}" sibTransId="{EDE454A7-1C82-4D9C-B305-2B8B14161B6D}"/>
    <dgm:cxn modelId="{01955876-D8D7-4779-A160-D7D41DDD8296}" type="presOf" srcId="{4D2331FF-5187-47E8-81D6-C5512F5D8CE5}" destId="{1DECFCE5-65B5-4A58-8A42-06034659FFF8}" srcOrd="1" destOrd="0" presId="urn:microsoft.com/office/officeart/2016/7/layout/BasicLinearProcessNumbered"/>
    <dgm:cxn modelId="{B2052857-A8B2-4745-A4D5-F6120845D69A}" type="presOf" srcId="{63EDEFB6-9FBE-41D0-B96D-316597E9A3A0}" destId="{7073394A-163B-400B-8AE9-E7444DC9F839}" srcOrd="0" destOrd="0" presId="urn:microsoft.com/office/officeart/2016/7/layout/BasicLinearProcessNumbered"/>
    <dgm:cxn modelId="{AE513694-C9E4-4782-BFB1-D5762DF4ED22}" srcId="{63EDEFB6-9FBE-41D0-B96D-316597E9A3A0}" destId="{2E8E3A76-32B3-4155-A7B7-3A64D6FBCEE6}" srcOrd="1" destOrd="0" parTransId="{6D356E64-B1D1-494C-99B9-D688041E53D8}" sibTransId="{5009BCCB-C6D3-4EDD-BFBF-85BF069235E2}"/>
    <dgm:cxn modelId="{F6A79EA0-C10D-4135-8BA5-2A903A456CC2}" type="presOf" srcId="{BFD89C15-3CFE-43FA-843D-3D378F3BF0A9}" destId="{1E29544E-B57B-4BFC-B98C-7DC5836D02CB}" srcOrd="0" destOrd="0" presId="urn:microsoft.com/office/officeart/2016/7/layout/BasicLinearProcessNumbered"/>
    <dgm:cxn modelId="{9B32D9A9-14A7-47D6-BD57-60EB8ACB1E39}" type="presOf" srcId="{A213EDE6-07B0-44AC-9FF4-5A3B9D58CAB0}" destId="{CAF46F19-7140-4A21-BDA9-EF292485424A}" srcOrd="1" destOrd="0" presId="urn:microsoft.com/office/officeart/2016/7/layout/BasicLinearProcessNumbered"/>
    <dgm:cxn modelId="{358E4AC8-30C4-41B3-855F-1F629FD84E97}" type="presOf" srcId="{2E8E3A76-32B3-4155-A7B7-3A64D6FBCEE6}" destId="{20BD914A-16A8-4520-B826-7C79C392E810}" srcOrd="1" destOrd="0" presId="urn:microsoft.com/office/officeart/2016/7/layout/BasicLinearProcessNumbered"/>
    <dgm:cxn modelId="{C577BAC9-3E06-4BBC-99E3-EC83C4574EA3}" type="presOf" srcId="{1F67D099-CA24-44B7-AA18-B643506D527C}" destId="{605E9EBA-CB4B-447D-9CD6-8D8EE67513A9}" srcOrd="1" destOrd="0" presId="urn:microsoft.com/office/officeart/2016/7/layout/BasicLinearProcessNumbered"/>
    <dgm:cxn modelId="{9647BCCB-6192-46A4-B4E4-D084C36CFBB1}" type="presOf" srcId="{DFECADE8-1AB1-4759-A982-E3ADE83269E0}" destId="{76565DBF-C7A8-4B55-81ED-D7A1AB30C2A9}" srcOrd="0" destOrd="0" presId="urn:microsoft.com/office/officeart/2016/7/layout/BasicLinearProcessNumbered"/>
    <dgm:cxn modelId="{F17D71D4-CF9B-4CD8-8A2F-239E6747B923}" type="presOf" srcId="{2E8E3A76-32B3-4155-A7B7-3A64D6FBCEE6}" destId="{178A1860-7502-41C5-BFCE-77E906707567}" srcOrd="0" destOrd="0" presId="urn:microsoft.com/office/officeart/2016/7/layout/BasicLinearProcessNumbered"/>
    <dgm:cxn modelId="{3FA30ADC-64AB-4AB5-84B6-1D4775CFE47B}" type="presOf" srcId="{040B49DB-0EFF-40F8-A7D7-E9F093022309}" destId="{9041D8B2-E147-483A-8138-6B29AF490031}" srcOrd="0" destOrd="0" presId="urn:microsoft.com/office/officeart/2016/7/layout/BasicLinearProcessNumbered"/>
    <dgm:cxn modelId="{6E78C7EE-5F5D-4064-9FDF-00C28A94A511}" type="presOf" srcId="{A213EDE6-07B0-44AC-9FF4-5A3B9D58CAB0}" destId="{A9F8ABCC-D41E-4AE3-BA13-998B28650691}" srcOrd="0" destOrd="0" presId="urn:microsoft.com/office/officeart/2016/7/layout/BasicLinearProcessNumbered"/>
    <dgm:cxn modelId="{BF9398F1-5B8F-4BAC-9149-201ECE0ECDB4}" type="presOf" srcId="{4D2331FF-5187-47E8-81D6-C5512F5D8CE5}" destId="{008E04BF-69E0-4434-83B8-825E1C8A9381}" srcOrd="0" destOrd="0" presId="urn:microsoft.com/office/officeart/2016/7/layout/BasicLinearProcessNumbered"/>
    <dgm:cxn modelId="{6DE9B8F3-9E31-459D-9FC9-018E0375D5C0}" srcId="{63EDEFB6-9FBE-41D0-B96D-316597E9A3A0}" destId="{040B49DB-0EFF-40F8-A7D7-E9F093022309}" srcOrd="0" destOrd="0" parTransId="{17A7F40F-7AE9-4963-8823-C0C699164C4B}" sibTransId="{DFECADE8-1AB1-4759-A982-E3ADE83269E0}"/>
    <dgm:cxn modelId="{6D6B01F5-7519-4546-B198-4767ABD16B05}" srcId="{63EDEFB6-9FBE-41D0-B96D-316597E9A3A0}" destId="{A213EDE6-07B0-44AC-9FF4-5A3B9D58CAB0}" srcOrd="2" destOrd="0" parTransId="{816156FE-8FF2-4596-A928-312837AF6CCD}" sibTransId="{62DC5090-6C4D-4085-9A51-212BA2EF5631}"/>
    <dgm:cxn modelId="{EB106735-8D98-4EB4-923E-AD2617A6A3E8}" type="presParOf" srcId="{7073394A-163B-400B-8AE9-E7444DC9F839}" destId="{C05B26E5-ABC9-45D3-8278-66E809A5847A}" srcOrd="0" destOrd="0" presId="urn:microsoft.com/office/officeart/2016/7/layout/BasicLinearProcessNumbered"/>
    <dgm:cxn modelId="{DCE7E534-5D80-47E6-8E61-DEFC43782288}" type="presParOf" srcId="{C05B26E5-ABC9-45D3-8278-66E809A5847A}" destId="{9041D8B2-E147-483A-8138-6B29AF490031}" srcOrd="0" destOrd="0" presId="urn:microsoft.com/office/officeart/2016/7/layout/BasicLinearProcessNumbered"/>
    <dgm:cxn modelId="{67C98FCA-E8AD-4035-8B6E-62967908C40C}" type="presParOf" srcId="{C05B26E5-ABC9-45D3-8278-66E809A5847A}" destId="{76565DBF-C7A8-4B55-81ED-D7A1AB30C2A9}" srcOrd="1" destOrd="0" presId="urn:microsoft.com/office/officeart/2016/7/layout/BasicLinearProcessNumbered"/>
    <dgm:cxn modelId="{32BED6D0-8771-4517-B1A6-BBF03C52F89F}" type="presParOf" srcId="{C05B26E5-ABC9-45D3-8278-66E809A5847A}" destId="{5B1BC3A2-83B5-4E7A-905F-667D86FC1B9F}" srcOrd="2" destOrd="0" presId="urn:microsoft.com/office/officeart/2016/7/layout/BasicLinearProcessNumbered"/>
    <dgm:cxn modelId="{459313BC-404C-477A-999A-4DE3BE78B3E1}" type="presParOf" srcId="{C05B26E5-ABC9-45D3-8278-66E809A5847A}" destId="{AC33067B-877B-432F-83E1-8F110F5E26E9}" srcOrd="3" destOrd="0" presId="urn:microsoft.com/office/officeart/2016/7/layout/BasicLinearProcessNumbered"/>
    <dgm:cxn modelId="{9ACEB4FA-F4C4-484F-AB0B-C7549F04CCBB}" type="presParOf" srcId="{7073394A-163B-400B-8AE9-E7444DC9F839}" destId="{D077E6D5-239B-4019-BAFB-ACE051A989CC}" srcOrd="1" destOrd="0" presId="urn:microsoft.com/office/officeart/2016/7/layout/BasicLinearProcessNumbered"/>
    <dgm:cxn modelId="{8CEE6BD0-2860-4588-9C93-21E9B102EE19}" type="presParOf" srcId="{7073394A-163B-400B-8AE9-E7444DC9F839}" destId="{8FEBBEB7-EC95-4768-812B-82821C0BDD82}" srcOrd="2" destOrd="0" presId="urn:microsoft.com/office/officeart/2016/7/layout/BasicLinearProcessNumbered"/>
    <dgm:cxn modelId="{C228F1CC-1484-4E39-AC42-BB4305755C76}" type="presParOf" srcId="{8FEBBEB7-EC95-4768-812B-82821C0BDD82}" destId="{178A1860-7502-41C5-BFCE-77E906707567}" srcOrd="0" destOrd="0" presId="urn:microsoft.com/office/officeart/2016/7/layout/BasicLinearProcessNumbered"/>
    <dgm:cxn modelId="{773C6E24-7839-47CA-BA1E-0192DB2D6DF5}" type="presParOf" srcId="{8FEBBEB7-EC95-4768-812B-82821C0BDD82}" destId="{86AB8F77-AE10-4398-A47C-B47F0D8E1EF1}" srcOrd="1" destOrd="0" presId="urn:microsoft.com/office/officeart/2016/7/layout/BasicLinearProcessNumbered"/>
    <dgm:cxn modelId="{79B131BB-7AD7-4AC1-A1A5-9677DD444B9D}" type="presParOf" srcId="{8FEBBEB7-EC95-4768-812B-82821C0BDD82}" destId="{EB154450-10AB-4CFD-8C90-246FF6E9C16E}" srcOrd="2" destOrd="0" presId="urn:microsoft.com/office/officeart/2016/7/layout/BasicLinearProcessNumbered"/>
    <dgm:cxn modelId="{6CA0C49D-41A4-4F9B-8C37-5B0FB46A8AF3}" type="presParOf" srcId="{8FEBBEB7-EC95-4768-812B-82821C0BDD82}" destId="{20BD914A-16A8-4520-B826-7C79C392E810}" srcOrd="3" destOrd="0" presId="urn:microsoft.com/office/officeart/2016/7/layout/BasicLinearProcessNumbered"/>
    <dgm:cxn modelId="{0DA6F1EC-43B1-4054-B346-C1134D28A5DE}" type="presParOf" srcId="{7073394A-163B-400B-8AE9-E7444DC9F839}" destId="{23B1BC68-C342-4C4B-A22F-1659277A46B8}" srcOrd="3" destOrd="0" presId="urn:microsoft.com/office/officeart/2016/7/layout/BasicLinearProcessNumbered"/>
    <dgm:cxn modelId="{B98AB460-CB84-4127-A32B-D0B0AB5F9EBD}" type="presParOf" srcId="{7073394A-163B-400B-8AE9-E7444DC9F839}" destId="{CFA3F0C1-015B-434F-B117-DA2F8609DF5F}" srcOrd="4" destOrd="0" presId="urn:microsoft.com/office/officeart/2016/7/layout/BasicLinearProcessNumbered"/>
    <dgm:cxn modelId="{BFA9BB99-5014-4C09-8291-55AB71510A34}" type="presParOf" srcId="{CFA3F0C1-015B-434F-B117-DA2F8609DF5F}" destId="{A9F8ABCC-D41E-4AE3-BA13-998B28650691}" srcOrd="0" destOrd="0" presId="urn:microsoft.com/office/officeart/2016/7/layout/BasicLinearProcessNumbered"/>
    <dgm:cxn modelId="{44E057AA-657C-45A6-B206-9D44ED5AA2F8}" type="presParOf" srcId="{CFA3F0C1-015B-434F-B117-DA2F8609DF5F}" destId="{0CF05091-39B1-4FFE-92FF-242D872AC4A8}" srcOrd="1" destOrd="0" presId="urn:microsoft.com/office/officeart/2016/7/layout/BasicLinearProcessNumbered"/>
    <dgm:cxn modelId="{F6470CC1-23B4-4629-BE8B-C9AE193FAEFB}" type="presParOf" srcId="{CFA3F0C1-015B-434F-B117-DA2F8609DF5F}" destId="{12ED27E6-CFCC-49FF-8CFE-1815387DC13B}" srcOrd="2" destOrd="0" presId="urn:microsoft.com/office/officeart/2016/7/layout/BasicLinearProcessNumbered"/>
    <dgm:cxn modelId="{5C803E72-6417-49DE-AEAB-0B49B445DB78}" type="presParOf" srcId="{CFA3F0C1-015B-434F-B117-DA2F8609DF5F}" destId="{CAF46F19-7140-4A21-BDA9-EF292485424A}" srcOrd="3" destOrd="0" presId="urn:microsoft.com/office/officeart/2016/7/layout/BasicLinearProcessNumbered"/>
    <dgm:cxn modelId="{70B44FF2-4FA4-48DA-8CFB-015B065CC59C}" type="presParOf" srcId="{7073394A-163B-400B-8AE9-E7444DC9F839}" destId="{E78D43C3-8209-4A1F-B9CB-2DFA2646AF17}" srcOrd="5" destOrd="0" presId="urn:microsoft.com/office/officeart/2016/7/layout/BasicLinearProcessNumbered"/>
    <dgm:cxn modelId="{B8B1C9AF-BF52-45E6-AA74-D465BF2AFF42}" type="presParOf" srcId="{7073394A-163B-400B-8AE9-E7444DC9F839}" destId="{38DBE69B-99A5-48E0-9976-70FB0CF44E8F}" srcOrd="6" destOrd="0" presId="urn:microsoft.com/office/officeart/2016/7/layout/BasicLinearProcessNumbered"/>
    <dgm:cxn modelId="{A8EC94B0-1E33-46DF-B5B9-FB5BE1AA7689}" type="presParOf" srcId="{38DBE69B-99A5-48E0-9976-70FB0CF44E8F}" destId="{407D1A24-859F-4C95-9EDA-FCC4418FE904}" srcOrd="0" destOrd="0" presId="urn:microsoft.com/office/officeart/2016/7/layout/BasicLinearProcessNumbered"/>
    <dgm:cxn modelId="{48AD3E07-16A2-4E24-9E49-AED31DA0EDFE}" type="presParOf" srcId="{38DBE69B-99A5-48E0-9976-70FB0CF44E8F}" destId="{A14EFC6E-9CA8-410E-A82C-83231014181F}" srcOrd="1" destOrd="0" presId="urn:microsoft.com/office/officeart/2016/7/layout/BasicLinearProcessNumbered"/>
    <dgm:cxn modelId="{DC0F2B2B-9334-4436-94F5-A4BE2A2499E0}" type="presParOf" srcId="{38DBE69B-99A5-48E0-9976-70FB0CF44E8F}" destId="{88CB74C3-8336-4EB1-8A82-B2CF3C531CFC}" srcOrd="2" destOrd="0" presId="urn:microsoft.com/office/officeart/2016/7/layout/BasicLinearProcessNumbered"/>
    <dgm:cxn modelId="{AF692D1E-2589-4CC0-BC74-6FE8B28899F1}" type="presParOf" srcId="{38DBE69B-99A5-48E0-9976-70FB0CF44E8F}" destId="{605E9EBA-CB4B-447D-9CD6-8D8EE67513A9}" srcOrd="3" destOrd="0" presId="urn:microsoft.com/office/officeart/2016/7/layout/BasicLinearProcessNumbered"/>
    <dgm:cxn modelId="{4D570E2B-86AB-4E02-B25D-53CCE6170591}" type="presParOf" srcId="{7073394A-163B-400B-8AE9-E7444DC9F839}" destId="{4800FD8E-0CF7-4747-A127-533944B485EF}" srcOrd="7" destOrd="0" presId="urn:microsoft.com/office/officeart/2016/7/layout/BasicLinearProcessNumbered"/>
    <dgm:cxn modelId="{DE040F22-3773-419A-9F78-697D6A28F3FA}" type="presParOf" srcId="{7073394A-163B-400B-8AE9-E7444DC9F839}" destId="{C07679D3-9816-43B3-B295-5DB4C82F9CD5}" srcOrd="8" destOrd="0" presId="urn:microsoft.com/office/officeart/2016/7/layout/BasicLinearProcessNumbered"/>
    <dgm:cxn modelId="{C23726EB-4B70-44A9-AD0E-ABB7862F4B6C}" type="presParOf" srcId="{C07679D3-9816-43B3-B295-5DB4C82F9CD5}" destId="{008E04BF-69E0-4434-83B8-825E1C8A9381}" srcOrd="0" destOrd="0" presId="urn:microsoft.com/office/officeart/2016/7/layout/BasicLinearProcessNumbered"/>
    <dgm:cxn modelId="{E20D5987-B271-470D-B860-B3DCD9E137F4}" type="presParOf" srcId="{C07679D3-9816-43B3-B295-5DB4C82F9CD5}" destId="{1E29544E-B57B-4BFC-B98C-7DC5836D02CB}" srcOrd="1" destOrd="0" presId="urn:microsoft.com/office/officeart/2016/7/layout/BasicLinearProcessNumbered"/>
    <dgm:cxn modelId="{350E5D32-F41D-43EB-A0DF-9DDC6DFBC55F}" type="presParOf" srcId="{C07679D3-9816-43B3-B295-5DB4C82F9CD5}" destId="{D800E33C-F3FB-40A1-BADD-CD5AF4215C0E}" srcOrd="2" destOrd="0" presId="urn:microsoft.com/office/officeart/2016/7/layout/BasicLinearProcessNumbered"/>
    <dgm:cxn modelId="{49DF91A1-9AE2-4504-8FBE-400FB221BB74}" type="presParOf" srcId="{C07679D3-9816-43B3-B295-5DB4C82F9CD5}" destId="{1DECFCE5-65B5-4A58-8A42-06034659FFF8}"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989918-FCC9-4DE5-9091-284280374B8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8E854DD0-EA2E-4243-9D75-89AF026283D2}">
      <dgm:prSet/>
      <dgm:spPr/>
      <dgm:t>
        <a:bodyPr/>
        <a:lstStyle/>
        <a:p>
          <a:r>
            <a:rPr lang="en-IN" b="1"/>
            <a:t>3.1 Data Description</a:t>
          </a:r>
          <a:endParaRPr lang="en-US"/>
        </a:p>
      </dgm:t>
    </dgm:pt>
    <dgm:pt modelId="{D2043E16-54CB-4D4F-AE5F-5ED7FF8FE0B3}" type="parTrans" cxnId="{AB345B6E-55BF-4701-97C6-3C591CA2E689}">
      <dgm:prSet/>
      <dgm:spPr/>
      <dgm:t>
        <a:bodyPr/>
        <a:lstStyle/>
        <a:p>
          <a:endParaRPr lang="en-US"/>
        </a:p>
      </dgm:t>
    </dgm:pt>
    <dgm:pt modelId="{0E106B05-7709-431B-8FA5-D5C3E3E48016}" type="sibTrans" cxnId="{AB345B6E-55BF-4701-97C6-3C591CA2E689}">
      <dgm:prSet/>
      <dgm:spPr/>
      <dgm:t>
        <a:bodyPr/>
        <a:lstStyle/>
        <a:p>
          <a:endParaRPr lang="en-US"/>
        </a:p>
      </dgm:t>
    </dgm:pt>
    <dgm:pt modelId="{ED4E7040-8E57-46E7-9A37-18AD9D5424E7}">
      <dgm:prSet/>
      <dgm:spPr/>
      <dgm:t>
        <a:bodyPr/>
        <a:lstStyle/>
        <a:p>
          <a:r>
            <a:rPr lang="en-IN"/>
            <a:t>The dataset represents HR employee‑level data including:</a:t>
          </a:r>
          <a:endParaRPr lang="en-US"/>
        </a:p>
      </dgm:t>
    </dgm:pt>
    <dgm:pt modelId="{3E9A5E36-3EBC-42F7-9111-E518D7BAA7E4}" type="parTrans" cxnId="{D4371370-5EA3-4FDB-ABB8-CCD287294430}">
      <dgm:prSet/>
      <dgm:spPr/>
      <dgm:t>
        <a:bodyPr/>
        <a:lstStyle/>
        <a:p>
          <a:endParaRPr lang="en-US"/>
        </a:p>
      </dgm:t>
    </dgm:pt>
    <dgm:pt modelId="{D3EDD1C3-E33F-4B12-A1E6-326B20BE8A66}" type="sibTrans" cxnId="{D4371370-5EA3-4FDB-ABB8-CCD287294430}">
      <dgm:prSet/>
      <dgm:spPr/>
      <dgm:t>
        <a:bodyPr/>
        <a:lstStyle/>
        <a:p>
          <a:endParaRPr lang="en-US"/>
        </a:p>
      </dgm:t>
    </dgm:pt>
    <dgm:pt modelId="{60CE4672-B6EF-4CD9-A180-7B05FE44913A}">
      <dgm:prSet/>
      <dgm:spPr/>
      <dgm:t>
        <a:bodyPr/>
        <a:lstStyle/>
        <a:p>
          <a:r>
            <a:rPr lang="en-IN"/>
            <a:t>Employee demographics (gender, age, race, location)</a:t>
          </a:r>
          <a:endParaRPr lang="en-US"/>
        </a:p>
      </dgm:t>
    </dgm:pt>
    <dgm:pt modelId="{B0E4147A-084F-4B2C-BB1F-01EB9204515E}" type="parTrans" cxnId="{5B973DCC-BD01-4FBA-AFF4-B35BFBD295B8}">
      <dgm:prSet/>
      <dgm:spPr/>
      <dgm:t>
        <a:bodyPr/>
        <a:lstStyle/>
        <a:p>
          <a:endParaRPr lang="en-US"/>
        </a:p>
      </dgm:t>
    </dgm:pt>
    <dgm:pt modelId="{5106A671-8E69-4937-AE56-22FB77EF5766}" type="sibTrans" cxnId="{5B973DCC-BD01-4FBA-AFF4-B35BFBD295B8}">
      <dgm:prSet/>
      <dgm:spPr/>
      <dgm:t>
        <a:bodyPr/>
        <a:lstStyle/>
        <a:p>
          <a:endParaRPr lang="en-US"/>
        </a:p>
      </dgm:t>
    </dgm:pt>
    <dgm:pt modelId="{B7F4D399-F1CA-4DFE-ABD1-70BFDEAB16CF}">
      <dgm:prSet/>
      <dgm:spPr/>
      <dgm:t>
        <a:bodyPr/>
        <a:lstStyle/>
        <a:p>
          <a:r>
            <a:rPr lang="en-IN"/>
            <a:t>Employment details (department, position, manager, employment status)</a:t>
          </a:r>
          <a:endParaRPr lang="en-US"/>
        </a:p>
      </dgm:t>
    </dgm:pt>
    <dgm:pt modelId="{3EE64E38-2C44-42B5-8FE5-2EC94F6495CC}" type="parTrans" cxnId="{E0C5E2F7-3E68-456F-81E9-5FABD38AF1F5}">
      <dgm:prSet/>
      <dgm:spPr/>
      <dgm:t>
        <a:bodyPr/>
        <a:lstStyle/>
        <a:p>
          <a:endParaRPr lang="en-US"/>
        </a:p>
      </dgm:t>
    </dgm:pt>
    <dgm:pt modelId="{B06B276F-C80E-4231-A281-09DD409E9BF1}" type="sibTrans" cxnId="{E0C5E2F7-3E68-456F-81E9-5FABD38AF1F5}">
      <dgm:prSet/>
      <dgm:spPr/>
      <dgm:t>
        <a:bodyPr/>
        <a:lstStyle/>
        <a:p>
          <a:endParaRPr lang="en-US"/>
        </a:p>
      </dgm:t>
    </dgm:pt>
    <dgm:pt modelId="{9AEC9F69-7388-4959-A4DD-965E6A62ED22}">
      <dgm:prSet/>
      <dgm:spPr/>
      <dgm:t>
        <a:bodyPr/>
        <a:lstStyle/>
        <a:p>
          <a:r>
            <a:rPr lang="en-IN"/>
            <a:t>Performance and engagement metrics</a:t>
          </a:r>
          <a:endParaRPr lang="en-US"/>
        </a:p>
      </dgm:t>
    </dgm:pt>
    <dgm:pt modelId="{A2FC8B58-8152-4E0D-B3AB-B45D305550DD}" type="parTrans" cxnId="{DC06E4E7-45D9-4AFE-99BA-1AFCB8D145BE}">
      <dgm:prSet/>
      <dgm:spPr/>
      <dgm:t>
        <a:bodyPr/>
        <a:lstStyle/>
        <a:p>
          <a:endParaRPr lang="en-US"/>
        </a:p>
      </dgm:t>
    </dgm:pt>
    <dgm:pt modelId="{A83564D4-5291-4172-B293-D43E1C91D7E6}" type="sibTrans" cxnId="{DC06E4E7-45D9-4AFE-99BA-1AFCB8D145BE}">
      <dgm:prSet/>
      <dgm:spPr/>
      <dgm:t>
        <a:bodyPr/>
        <a:lstStyle/>
        <a:p>
          <a:endParaRPr lang="en-US"/>
        </a:p>
      </dgm:t>
    </dgm:pt>
    <dgm:pt modelId="{84577E11-32FF-430E-BDDD-CA8496EDC72C}">
      <dgm:prSet/>
      <dgm:spPr/>
      <dgm:t>
        <a:bodyPr/>
        <a:lstStyle/>
        <a:p>
          <a:r>
            <a:rPr lang="en-IN"/>
            <a:t>Attrition and termination details</a:t>
          </a:r>
          <a:endParaRPr lang="en-US"/>
        </a:p>
      </dgm:t>
    </dgm:pt>
    <dgm:pt modelId="{583ACC3A-C742-4DB2-AD81-CE4C674495FE}" type="parTrans" cxnId="{96F349EB-0C5D-4B7F-825E-4D6DEAA04BB3}">
      <dgm:prSet/>
      <dgm:spPr/>
      <dgm:t>
        <a:bodyPr/>
        <a:lstStyle/>
        <a:p>
          <a:endParaRPr lang="en-US"/>
        </a:p>
      </dgm:t>
    </dgm:pt>
    <dgm:pt modelId="{97FD36E6-87B9-4CDB-BF36-A632BBC60471}" type="sibTrans" cxnId="{96F349EB-0C5D-4B7F-825E-4D6DEAA04BB3}">
      <dgm:prSet/>
      <dgm:spPr/>
      <dgm:t>
        <a:bodyPr/>
        <a:lstStyle/>
        <a:p>
          <a:endParaRPr lang="en-US"/>
        </a:p>
      </dgm:t>
    </dgm:pt>
    <dgm:pt modelId="{2C48F0A0-C6A7-4DB0-AFA3-731FC77CCA20}">
      <dgm:prSet/>
      <dgm:spPr/>
      <dgm:t>
        <a:bodyPr/>
        <a:lstStyle/>
        <a:p>
          <a:r>
            <a:rPr lang="en-IN"/>
            <a:t>Recruitment source information</a:t>
          </a:r>
          <a:endParaRPr lang="en-US"/>
        </a:p>
      </dgm:t>
    </dgm:pt>
    <dgm:pt modelId="{F711FEBA-7ABD-42FD-90F0-506CCD4BBB0F}" type="parTrans" cxnId="{2D4BCA02-008D-4B30-82C1-ED50007C61F1}">
      <dgm:prSet/>
      <dgm:spPr/>
      <dgm:t>
        <a:bodyPr/>
        <a:lstStyle/>
        <a:p>
          <a:endParaRPr lang="en-US"/>
        </a:p>
      </dgm:t>
    </dgm:pt>
    <dgm:pt modelId="{D4356A4F-CB7D-48A7-9240-0A4809288D32}" type="sibTrans" cxnId="{2D4BCA02-008D-4B30-82C1-ED50007C61F1}">
      <dgm:prSet/>
      <dgm:spPr/>
      <dgm:t>
        <a:bodyPr/>
        <a:lstStyle/>
        <a:p>
          <a:endParaRPr lang="en-US"/>
        </a:p>
      </dgm:t>
    </dgm:pt>
    <dgm:pt modelId="{B2D5B54A-5ACE-4876-9C9E-3E8403712660}">
      <dgm:prSet/>
      <dgm:spPr/>
      <dgm:t>
        <a:bodyPr/>
        <a:lstStyle/>
        <a:p>
          <a:r>
            <a:rPr lang="en-IN"/>
            <a:t>Each row represents one employee record.</a:t>
          </a:r>
          <a:endParaRPr lang="en-US"/>
        </a:p>
      </dgm:t>
    </dgm:pt>
    <dgm:pt modelId="{03E67BE1-1F92-4159-B4EA-1BD32B2C144B}" type="parTrans" cxnId="{54A241FE-9D13-4A07-9D28-F0F2CEF5124D}">
      <dgm:prSet/>
      <dgm:spPr/>
      <dgm:t>
        <a:bodyPr/>
        <a:lstStyle/>
        <a:p>
          <a:endParaRPr lang="en-US"/>
        </a:p>
      </dgm:t>
    </dgm:pt>
    <dgm:pt modelId="{C45AC604-A107-4D53-A9DC-70B744134A34}" type="sibTrans" cxnId="{54A241FE-9D13-4A07-9D28-F0F2CEF5124D}">
      <dgm:prSet/>
      <dgm:spPr/>
      <dgm:t>
        <a:bodyPr/>
        <a:lstStyle/>
        <a:p>
          <a:endParaRPr lang="en-US"/>
        </a:p>
      </dgm:t>
    </dgm:pt>
    <dgm:pt modelId="{CDF16949-EC35-4D86-BF48-9F95B3306FF8}">
      <dgm:prSet/>
      <dgm:spPr/>
      <dgm:t>
        <a:bodyPr/>
        <a:lstStyle/>
        <a:p>
          <a:r>
            <a:rPr lang="en-IN" b="1"/>
            <a:t>3.2 Key Variables</a:t>
          </a:r>
          <a:endParaRPr lang="en-US"/>
        </a:p>
      </dgm:t>
    </dgm:pt>
    <dgm:pt modelId="{2D0423A5-B45C-4E7A-94DD-DE1B3DDC09CF}" type="parTrans" cxnId="{F5998C61-E4DF-4839-AFB0-B513E58AF224}">
      <dgm:prSet/>
      <dgm:spPr/>
      <dgm:t>
        <a:bodyPr/>
        <a:lstStyle/>
        <a:p>
          <a:endParaRPr lang="en-US"/>
        </a:p>
      </dgm:t>
    </dgm:pt>
    <dgm:pt modelId="{03D4216C-8258-4A5A-BFF0-2FE077A908FE}" type="sibTrans" cxnId="{F5998C61-E4DF-4839-AFB0-B513E58AF224}">
      <dgm:prSet/>
      <dgm:spPr/>
      <dgm:t>
        <a:bodyPr/>
        <a:lstStyle/>
        <a:p>
          <a:endParaRPr lang="en-US"/>
        </a:p>
      </dgm:t>
    </dgm:pt>
    <dgm:pt modelId="{8056A3CA-9136-415F-8CA5-2B08BDAC4988}">
      <dgm:prSet/>
      <dgm:spPr/>
      <dgm:t>
        <a:bodyPr/>
        <a:lstStyle/>
        <a:p>
          <a:r>
            <a:rPr lang="en-IN" b="1"/>
            <a:t>EmpID</a:t>
          </a:r>
          <a:r>
            <a:rPr lang="en-IN"/>
            <a:t> – Unique employee identifier</a:t>
          </a:r>
          <a:endParaRPr lang="en-US"/>
        </a:p>
      </dgm:t>
    </dgm:pt>
    <dgm:pt modelId="{79FD8904-4BAD-42AD-8E4D-69DB2BFEA3CC}" type="parTrans" cxnId="{FBA67368-4449-40DA-9A25-E86C174190AB}">
      <dgm:prSet/>
      <dgm:spPr/>
      <dgm:t>
        <a:bodyPr/>
        <a:lstStyle/>
        <a:p>
          <a:endParaRPr lang="en-US"/>
        </a:p>
      </dgm:t>
    </dgm:pt>
    <dgm:pt modelId="{763BCC19-4609-4FF6-9229-0A50D5A05931}" type="sibTrans" cxnId="{FBA67368-4449-40DA-9A25-E86C174190AB}">
      <dgm:prSet/>
      <dgm:spPr/>
      <dgm:t>
        <a:bodyPr/>
        <a:lstStyle/>
        <a:p>
          <a:endParaRPr lang="en-US"/>
        </a:p>
      </dgm:t>
    </dgm:pt>
    <dgm:pt modelId="{7AD08D85-5996-4BEC-8C73-D4DCAF0ABF3B}">
      <dgm:prSet/>
      <dgm:spPr/>
      <dgm:t>
        <a:bodyPr/>
        <a:lstStyle/>
        <a:p>
          <a:r>
            <a:rPr lang="en-IN" b="1"/>
            <a:t>Department / Position / ManagerName</a:t>
          </a:r>
          <a:r>
            <a:rPr lang="en-IN"/>
            <a:t> – Organizational structure</a:t>
          </a:r>
          <a:endParaRPr lang="en-US"/>
        </a:p>
      </dgm:t>
    </dgm:pt>
    <dgm:pt modelId="{76F7C483-90B8-4E99-9F65-3894397FD46A}" type="parTrans" cxnId="{4A28FDCE-B31E-48C6-95CB-2217665236BE}">
      <dgm:prSet/>
      <dgm:spPr/>
      <dgm:t>
        <a:bodyPr/>
        <a:lstStyle/>
        <a:p>
          <a:endParaRPr lang="en-US"/>
        </a:p>
      </dgm:t>
    </dgm:pt>
    <dgm:pt modelId="{E19E6935-8435-4AF0-B07C-B23D8A474597}" type="sibTrans" cxnId="{4A28FDCE-B31E-48C6-95CB-2217665236BE}">
      <dgm:prSet/>
      <dgm:spPr/>
      <dgm:t>
        <a:bodyPr/>
        <a:lstStyle/>
        <a:p>
          <a:endParaRPr lang="en-US"/>
        </a:p>
      </dgm:t>
    </dgm:pt>
    <dgm:pt modelId="{430560E4-E70D-4F59-A224-CA978859D57D}">
      <dgm:prSet/>
      <dgm:spPr/>
      <dgm:t>
        <a:bodyPr/>
        <a:lstStyle/>
        <a:p>
          <a:r>
            <a:rPr lang="en-IN" b="1"/>
            <a:t>Attrition</a:t>
          </a:r>
          <a:r>
            <a:rPr lang="en-IN"/>
            <a:t> – Employee status (0 = Active, 1 = Left)</a:t>
          </a:r>
          <a:endParaRPr lang="en-US"/>
        </a:p>
      </dgm:t>
    </dgm:pt>
    <dgm:pt modelId="{5BCE0B0E-82C1-4B96-87C5-3D4C0478A075}" type="parTrans" cxnId="{09DD3525-D010-48E8-AC77-DE552025E48E}">
      <dgm:prSet/>
      <dgm:spPr/>
      <dgm:t>
        <a:bodyPr/>
        <a:lstStyle/>
        <a:p>
          <a:endParaRPr lang="en-US"/>
        </a:p>
      </dgm:t>
    </dgm:pt>
    <dgm:pt modelId="{EA18D6B5-300A-430A-946F-69112E7A0B0B}" type="sibTrans" cxnId="{09DD3525-D010-48E8-AC77-DE552025E48E}">
      <dgm:prSet/>
      <dgm:spPr/>
      <dgm:t>
        <a:bodyPr/>
        <a:lstStyle/>
        <a:p>
          <a:endParaRPr lang="en-US"/>
        </a:p>
      </dgm:t>
    </dgm:pt>
    <dgm:pt modelId="{4C4F1144-4534-444A-B6DE-4FE46D6E2566}">
      <dgm:prSet/>
      <dgm:spPr/>
      <dgm:t>
        <a:bodyPr/>
        <a:lstStyle/>
        <a:p>
          <a:r>
            <a:rPr lang="en-IN" b="1"/>
            <a:t>PerformanceScore</a:t>
          </a:r>
          <a:r>
            <a:rPr lang="en-IN"/>
            <a:t> – Employee performance rating</a:t>
          </a:r>
          <a:endParaRPr lang="en-US"/>
        </a:p>
      </dgm:t>
    </dgm:pt>
    <dgm:pt modelId="{96F6F874-B088-4D5D-BDE4-CB69D0DE7EAF}" type="parTrans" cxnId="{A113795F-A58F-4E7C-88B7-74AC4E6BF538}">
      <dgm:prSet/>
      <dgm:spPr/>
      <dgm:t>
        <a:bodyPr/>
        <a:lstStyle/>
        <a:p>
          <a:endParaRPr lang="en-US"/>
        </a:p>
      </dgm:t>
    </dgm:pt>
    <dgm:pt modelId="{F14ACADA-FBD8-4D80-8E64-1BFAC4D2D6BD}" type="sibTrans" cxnId="{A113795F-A58F-4E7C-88B7-74AC4E6BF538}">
      <dgm:prSet/>
      <dgm:spPr/>
      <dgm:t>
        <a:bodyPr/>
        <a:lstStyle/>
        <a:p>
          <a:endParaRPr lang="en-US"/>
        </a:p>
      </dgm:t>
    </dgm:pt>
    <dgm:pt modelId="{E313897B-32C1-4FB3-8EB5-A6133E285AA8}">
      <dgm:prSet/>
      <dgm:spPr/>
      <dgm:t>
        <a:bodyPr/>
        <a:lstStyle/>
        <a:p>
          <a:r>
            <a:rPr lang="en-IN" b="1"/>
            <a:t>EngagementSurvey / EmpSatisfaction</a:t>
          </a:r>
          <a:r>
            <a:rPr lang="en-IN"/>
            <a:t> – Engagement and satisfaction scores</a:t>
          </a:r>
          <a:endParaRPr lang="en-US"/>
        </a:p>
      </dgm:t>
    </dgm:pt>
    <dgm:pt modelId="{F62F9B41-3D6E-4307-9487-7CE0CFC5DC7C}" type="parTrans" cxnId="{518BB6F0-788A-405B-9970-9604E2889879}">
      <dgm:prSet/>
      <dgm:spPr/>
      <dgm:t>
        <a:bodyPr/>
        <a:lstStyle/>
        <a:p>
          <a:endParaRPr lang="en-US"/>
        </a:p>
      </dgm:t>
    </dgm:pt>
    <dgm:pt modelId="{0D1A0AF5-5B28-4F64-905F-CF7A0BCEBA1D}" type="sibTrans" cxnId="{518BB6F0-788A-405B-9970-9604E2889879}">
      <dgm:prSet/>
      <dgm:spPr/>
      <dgm:t>
        <a:bodyPr/>
        <a:lstStyle/>
        <a:p>
          <a:endParaRPr lang="en-US"/>
        </a:p>
      </dgm:t>
    </dgm:pt>
    <dgm:pt modelId="{884C6D5A-6D2E-4823-B4A8-8497534D6F7B}">
      <dgm:prSet/>
      <dgm:spPr/>
      <dgm:t>
        <a:bodyPr/>
        <a:lstStyle/>
        <a:p>
          <a:r>
            <a:rPr lang="en-IN" b="1"/>
            <a:t>Absences</a:t>
          </a:r>
          <a:r>
            <a:rPr lang="en-IN"/>
            <a:t> – Attendance indicator</a:t>
          </a:r>
          <a:endParaRPr lang="en-US"/>
        </a:p>
      </dgm:t>
    </dgm:pt>
    <dgm:pt modelId="{152E13CE-EE58-467F-BBFC-FD73EBDA8E9C}" type="parTrans" cxnId="{EE932AC0-146E-4EB3-9BC3-F2200FAB31F1}">
      <dgm:prSet/>
      <dgm:spPr/>
      <dgm:t>
        <a:bodyPr/>
        <a:lstStyle/>
        <a:p>
          <a:endParaRPr lang="en-US"/>
        </a:p>
      </dgm:t>
    </dgm:pt>
    <dgm:pt modelId="{14818061-18FB-4B41-AC9A-E9BC37EBE14F}" type="sibTrans" cxnId="{EE932AC0-146E-4EB3-9BC3-F2200FAB31F1}">
      <dgm:prSet/>
      <dgm:spPr/>
      <dgm:t>
        <a:bodyPr/>
        <a:lstStyle/>
        <a:p>
          <a:endParaRPr lang="en-US"/>
        </a:p>
      </dgm:t>
    </dgm:pt>
    <dgm:pt modelId="{482088EB-15A2-458F-856B-AD1E1E1E066A}">
      <dgm:prSet/>
      <dgm:spPr/>
      <dgm:t>
        <a:bodyPr/>
        <a:lstStyle/>
        <a:p>
          <a:r>
            <a:rPr lang="en-IN" b="1"/>
            <a:t>RecruitmentSource</a:t>
          </a:r>
          <a:r>
            <a:rPr lang="en-IN"/>
            <a:t> – Hiring channel</a:t>
          </a:r>
          <a:endParaRPr lang="en-US"/>
        </a:p>
      </dgm:t>
    </dgm:pt>
    <dgm:pt modelId="{739C4A68-33FA-42D8-BA37-7C29ABFE89F2}" type="parTrans" cxnId="{E3BE52D0-1C07-4BFA-93CD-A00EF377C6E5}">
      <dgm:prSet/>
      <dgm:spPr/>
      <dgm:t>
        <a:bodyPr/>
        <a:lstStyle/>
        <a:p>
          <a:endParaRPr lang="en-US"/>
        </a:p>
      </dgm:t>
    </dgm:pt>
    <dgm:pt modelId="{E8C9E7C4-3B2B-4945-AD38-BDD2BB91DC42}" type="sibTrans" cxnId="{E3BE52D0-1C07-4BFA-93CD-A00EF377C6E5}">
      <dgm:prSet/>
      <dgm:spPr/>
      <dgm:t>
        <a:bodyPr/>
        <a:lstStyle/>
        <a:p>
          <a:endParaRPr lang="en-US"/>
        </a:p>
      </dgm:t>
    </dgm:pt>
    <dgm:pt modelId="{82897D6D-41B2-4E97-A568-80A5022FD609}">
      <dgm:prSet/>
      <dgm:spPr/>
      <dgm:t>
        <a:bodyPr/>
        <a:lstStyle/>
        <a:p>
          <a:r>
            <a:rPr lang="en-IN" b="1"/>
            <a:t>DOB, DateofHire, DateofTermination</a:t>
          </a:r>
          <a:r>
            <a:rPr lang="en-IN"/>
            <a:t> – Time‑based attributes</a:t>
          </a:r>
          <a:endParaRPr lang="en-US"/>
        </a:p>
      </dgm:t>
    </dgm:pt>
    <dgm:pt modelId="{072907F2-0B37-4395-8BB3-BC8DC1F9CC7A}" type="parTrans" cxnId="{C31469DC-20D6-4204-B345-26BDC4F2B557}">
      <dgm:prSet/>
      <dgm:spPr/>
      <dgm:t>
        <a:bodyPr/>
        <a:lstStyle/>
        <a:p>
          <a:endParaRPr lang="en-US"/>
        </a:p>
      </dgm:t>
    </dgm:pt>
    <dgm:pt modelId="{C9D71498-E9C5-4E13-AE46-E2F2183A5895}" type="sibTrans" cxnId="{C31469DC-20D6-4204-B345-26BDC4F2B557}">
      <dgm:prSet/>
      <dgm:spPr/>
      <dgm:t>
        <a:bodyPr/>
        <a:lstStyle/>
        <a:p>
          <a:endParaRPr lang="en-US"/>
        </a:p>
      </dgm:t>
    </dgm:pt>
    <dgm:pt modelId="{F908CA12-ECC8-43BD-B048-B935E26B2F59}" type="pres">
      <dgm:prSet presAssocID="{00989918-FCC9-4DE5-9091-284280374B8C}" presName="vert0" presStyleCnt="0">
        <dgm:presLayoutVars>
          <dgm:dir/>
          <dgm:animOne val="branch"/>
          <dgm:animLvl val="lvl"/>
        </dgm:presLayoutVars>
      </dgm:prSet>
      <dgm:spPr/>
    </dgm:pt>
    <dgm:pt modelId="{381951F1-2133-47FE-8E5E-BC2FF0CC0554}" type="pres">
      <dgm:prSet presAssocID="{8E854DD0-EA2E-4243-9D75-89AF026283D2}" presName="thickLine" presStyleLbl="alignNode1" presStyleIdx="0" presStyleCnt="17"/>
      <dgm:spPr/>
    </dgm:pt>
    <dgm:pt modelId="{603D641E-8F10-4771-8B2B-8B13F73A2ED0}" type="pres">
      <dgm:prSet presAssocID="{8E854DD0-EA2E-4243-9D75-89AF026283D2}" presName="horz1" presStyleCnt="0"/>
      <dgm:spPr/>
    </dgm:pt>
    <dgm:pt modelId="{7548F9BD-FA93-4322-9317-CD476F7C1AFD}" type="pres">
      <dgm:prSet presAssocID="{8E854DD0-EA2E-4243-9D75-89AF026283D2}" presName="tx1" presStyleLbl="revTx" presStyleIdx="0" presStyleCnt="17"/>
      <dgm:spPr/>
    </dgm:pt>
    <dgm:pt modelId="{5189195B-1664-4302-B6C7-F3E2D5347FF1}" type="pres">
      <dgm:prSet presAssocID="{8E854DD0-EA2E-4243-9D75-89AF026283D2}" presName="vert1" presStyleCnt="0"/>
      <dgm:spPr/>
    </dgm:pt>
    <dgm:pt modelId="{C807B2A7-2E7F-4E80-B463-69B52B1EE95E}" type="pres">
      <dgm:prSet presAssocID="{ED4E7040-8E57-46E7-9A37-18AD9D5424E7}" presName="thickLine" presStyleLbl="alignNode1" presStyleIdx="1" presStyleCnt="17"/>
      <dgm:spPr/>
    </dgm:pt>
    <dgm:pt modelId="{5AA9A536-11C0-4EEB-838F-B00B556B3859}" type="pres">
      <dgm:prSet presAssocID="{ED4E7040-8E57-46E7-9A37-18AD9D5424E7}" presName="horz1" presStyleCnt="0"/>
      <dgm:spPr/>
    </dgm:pt>
    <dgm:pt modelId="{617E0361-C33A-44BD-A13E-0497CF8CBE54}" type="pres">
      <dgm:prSet presAssocID="{ED4E7040-8E57-46E7-9A37-18AD9D5424E7}" presName="tx1" presStyleLbl="revTx" presStyleIdx="1" presStyleCnt="17"/>
      <dgm:spPr/>
    </dgm:pt>
    <dgm:pt modelId="{63AC6CF4-72F9-4112-8A56-83B912261E01}" type="pres">
      <dgm:prSet presAssocID="{ED4E7040-8E57-46E7-9A37-18AD9D5424E7}" presName="vert1" presStyleCnt="0"/>
      <dgm:spPr/>
    </dgm:pt>
    <dgm:pt modelId="{67603C92-F660-42D1-AF4F-166F70DCEB7E}" type="pres">
      <dgm:prSet presAssocID="{60CE4672-B6EF-4CD9-A180-7B05FE44913A}" presName="thickLine" presStyleLbl="alignNode1" presStyleIdx="2" presStyleCnt="17"/>
      <dgm:spPr/>
    </dgm:pt>
    <dgm:pt modelId="{48531214-8B5D-4A87-AD3E-73D7FE935849}" type="pres">
      <dgm:prSet presAssocID="{60CE4672-B6EF-4CD9-A180-7B05FE44913A}" presName="horz1" presStyleCnt="0"/>
      <dgm:spPr/>
    </dgm:pt>
    <dgm:pt modelId="{F884A80E-0634-4A9F-B7DE-C578A3A89962}" type="pres">
      <dgm:prSet presAssocID="{60CE4672-B6EF-4CD9-A180-7B05FE44913A}" presName="tx1" presStyleLbl="revTx" presStyleIdx="2" presStyleCnt="17"/>
      <dgm:spPr/>
    </dgm:pt>
    <dgm:pt modelId="{33A1F61E-9F9D-4D25-A670-57AA3042591D}" type="pres">
      <dgm:prSet presAssocID="{60CE4672-B6EF-4CD9-A180-7B05FE44913A}" presName="vert1" presStyleCnt="0"/>
      <dgm:spPr/>
    </dgm:pt>
    <dgm:pt modelId="{A6753153-B65A-4380-B988-B5A2910E888C}" type="pres">
      <dgm:prSet presAssocID="{B7F4D399-F1CA-4DFE-ABD1-70BFDEAB16CF}" presName="thickLine" presStyleLbl="alignNode1" presStyleIdx="3" presStyleCnt="17"/>
      <dgm:spPr/>
    </dgm:pt>
    <dgm:pt modelId="{99817362-626A-42C0-9EE3-E11826CD6DFE}" type="pres">
      <dgm:prSet presAssocID="{B7F4D399-F1CA-4DFE-ABD1-70BFDEAB16CF}" presName="horz1" presStyleCnt="0"/>
      <dgm:spPr/>
    </dgm:pt>
    <dgm:pt modelId="{210A964B-B337-4EBE-9175-3BD426B51C4D}" type="pres">
      <dgm:prSet presAssocID="{B7F4D399-F1CA-4DFE-ABD1-70BFDEAB16CF}" presName="tx1" presStyleLbl="revTx" presStyleIdx="3" presStyleCnt="17"/>
      <dgm:spPr/>
    </dgm:pt>
    <dgm:pt modelId="{B8D4A94F-DBCD-485C-85E9-0A347094741C}" type="pres">
      <dgm:prSet presAssocID="{B7F4D399-F1CA-4DFE-ABD1-70BFDEAB16CF}" presName="vert1" presStyleCnt="0"/>
      <dgm:spPr/>
    </dgm:pt>
    <dgm:pt modelId="{00599C48-CFA1-4A4D-B40D-8E972C549D94}" type="pres">
      <dgm:prSet presAssocID="{9AEC9F69-7388-4959-A4DD-965E6A62ED22}" presName="thickLine" presStyleLbl="alignNode1" presStyleIdx="4" presStyleCnt="17"/>
      <dgm:spPr/>
    </dgm:pt>
    <dgm:pt modelId="{4A8E15E7-D375-4C93-92F8-1A0A5AAE095D}" type="pres">
      <dgm:prSet presAssocID="{9AEC9F69-7388-4959-A4DD-965E6A62ED22}" presName="horz1" presStyleCnt="0"/>
      <dgm:spPr/>
    </dgm:pt>
    <dgm:pt modelId="{4ADBC5B6-B3B3-4157-83B8-B2B60DE8D071}" type="pres">
      <dgm:prSet presAssocID="{9AEC9F69-7388-4959-A4DD-965E6A62ED22}" presName="tx1" presStyleLbl="revTx" presStyleIdx="4" presStyleCnt="17"/>
      <dgm:spPr/>
    </dgm:pt>
    <dgm:pt modelId="{510379E7-F966-491E-B9EC-3C012C37DE9E}" type="pres">
      <dgm:prSet presAssocID="{9AEC9F69-7388-4959-A4DD-965E6A62ED22}" presName="vert1" presStyleCnt="0"/>
      <dgm:spPr/>
    </dgm:pt>
    <dgm:pt modelId="{A2FDF340-AF3D-4093-9F87-DCCA0C23ED0D}" type="pres">
      <dgm:prSet presAssocID="{84577E11-32FF-430E-BDDD-CA8496EDC72C}" presName="thickLine" presStyleLbl="alignNode1" presStyleIdx="5" presStyleCnt="17"/>
      <dgm:spPr/>
    </dgm:pt>
    <dgm:pt modelId="{4519B8CD-8633-4926-9276-2CD269F61170}" type="pres">
      <dgm:prSet presAssocID="{84577E11-32FF-430E-BDDD-CA8496EDC72C}" presName="horz1" presStyleCnt="0"/>
      <dgm:spPr/>
    </dgm:pt>
    <dgm:pt modelId="{5F24451D-24D5-4B7D-B59F-E3CF9FCC7405}" type="pres">
      <dgm:prSet presAssocID="{84577E11-32FF-430E-BDDD-CA8496EDC72C}" presName="tx1" presStyleLbl="revTx" presStyleIdx="5" presStyleCnt="17"/>
      <dgm:spPr/>
    </dgm:pt>
    <dgm:pt modelId="{56DD3A5E-DF2B-4D8A-B510-B6F46FC9EB2E}" type="pres">
      <dgm:prSet presAssocID="{84577E11-32FF-430E-BDDD-CA8496EDC72C}" presName="vert1" presStyleCnt="0"/>
      <dgm:spPr/>
    </dgm:pt>
    <dgm:pt modelId="{592587EA-FB40-45CF-BC99-286A585466F5}" type="pres">
      <dgm:prSet presAssocID="{2C48F0A0-C6A7-4DB0-AFA3-731FC77CCA20}" presName="thickLine" presStyleLbl="alignNode1" presStyleIdx="6" presStyleCnt="17"/>
      <dgm:spPr/>
    </dgm:pt>
    <dgm:pt modelId="{B4EC16D7-2CB4-432D-BCFF-84433B3A15B6}" type="pres">
      <dgm:prSet presAssocID="{2C48F0A0-C6A7-4DB0-AFA3-731FC77CCA20}" presName="horz1" presStyleCnt="0"/>
      <dgm:spPr/>
    </dgm:pt>
    <dgm:pt modelId="{203EE28D-539D-4623-8B12-B37E7E2DDF78}" type="pres">
      <dgm:prSet presAssocID="{2C48F0A0-C6A7-4DB0-AFA3-731FC77CCA20}" presName="tx1" presStyleLbl="revTx" presStyleIdx="6" presStyleCnt="17"/>
      <dgm:spPr/>
    </dgm:pt>
    <dgm:pt modelId="{D97CF122-22EB-4BBA-ABF1-BEAF1AAEA851}" type="pres">
      <dgm:prSet presAssocID="{2C48F0A0-C6A7-4DB0-AFA3-731FC77CCA20}" presName="vert1" presStyleCnt="0"/>
      <dgm:spPr/>
    </dgm:pt>
    <dgm:pt modelId="{386C4CC6-9A22-4385-82B2-85F8957EB245}" type="pres">
      <dgm:prSet presAssocID="{B2D5B54A-5ACE-4876-9C9E-3E8403712660}" presName="thickLine" presStyleLbl="alignNode1" presStyleIdx="7" presStyleCnt="17"/>
      <dgm:spPr/>
    </dgm:pt>
    <dgm:pt modelId="{F25FFBA3-DAC1-46AB-9788-99957D489884}" type="pres">
      <dgm:prSet presAssocID="{B2D5B54A-5ACE-4876-9C9E-3E8403712660}" presName="horz1" presStyleCnt="0"/>
      <dgm:spPr/>
    </dgm:pt>
    <dgm:pt modelId="{87E35F70-7625-49D3-8C8F-F7498F2D6191}" type="pres">
      <dgm:prSet presAssocID="{B2D5B54A-5ACE-4876-9C9E-3E8403712660}" presName="tx1" presStyleLbl="revTx" presStyleIdx="7" presStyleCnt="17"/>
      <dgm:spPr/>
    </dgm:pt>
    <dgm:pt modelId="{078A9983-FE98-4FE2-B456-F82EFBCC360E}" type="pres">
      <dgm:prSet presAssocID="{B2D5B54A-5ACE-4876-9C9E-3E8403712660}" presName="vert1" presStyleCnt="0"/>
      <dgm:spPr/>
    </dgm:pt>
    <dgm:pt modelId="{EEFB2A1A-6A2D-4AD6-BE8C-85610A37A463}" type="pres">
      <dgm:prSet presAssocID="{CDF16949-EC35-4D86-BF48-9F95B3306FF8}" presName="thickLine" presStyleLbl="alignNode1" presStyleIdx="8" presStyleCnt="17"/>
      <dgm:spPr/>
    </dgm:pt>
    <dgm:pt modelId="{36F06537-0FD5-4E94-BD71-FB2DA511343A}" type="pres">
      <dgm:prSet presAssocID="{CDF16949-EC35-4D86-BF48-9F95B3306FF8}" presName="horz1" presStyleCnt="0"/>
      <dgm:spPr/>
    </dgm:pt>
    <dgm:pt modelId="{83263C00-F92C-43F4-9415-46514D6206F6}" type="pres">
      <dgm:prSet presAssocID="{CDF16949-EC35-4D86-BF48-9F95B3306FF8}" presName="tx1" presStyleLbl="revTx" presStyleIdx="8" presStyleCnt="17"/>
      <dgm:spPr/>
    </dgm:pt>
    <dgm:pt modelId="{DC9ACA4D-EED3-4288-87D5-A44E043A1E95}" type="pres">
      <dgm:prSet presAssocID="{CDF16949-EC35-4D86-BF48-9F95B3306FF8}" presName="vert1" presStyleCnt="0"/>
      <dgm:spPr/>
    </dgm:pt>
    <dgm:pt modelId="{5E264E36-7861-473E-9FE0-AE3BCF94A446}" type="pres">
      <dgm:prSet presAssocID="{8056A3CA-9136-415F-8CA5-2B08BDAC4988}" presName="thickLine" presStyleLbl="alignNode1" presStyleIdx="9" presStyleCnt="17"/>
      <dgm:spPr/>
    </dgm:pt>
    <dgm:pt modelId="{A518F8A1-4B78-4A79-972A-C0E29D074266}" type="pres">
      <dgm:prSet presAssocID="{8056A3CA-9136-415F-8CA5-2B08BDAC4988}" presName="horz1" presStyleCnt="0"/>
      <dgm:spPr/>
    </dgm:pt>
    <dgm:pt modelId="{3A575238-83CC-440B-BE58-5290EBEA25E4}" type="pres">
      <dgm:prSet presAssocID="{8056A3CA-9136-415F-8CA5-2B08BDAC4988}" presName="tx1" presStyleLbl="revTx" presStyleIdx="9" presStyleCnt="17"/>
      <dgm:spPr/>
    </dgm:pt>
    <dgm:pt modelId="{A2D2AEE8-71CD-42FE-96DD-D3BEEEDCB87A}" type="pres">
      <dgm:prSet presAssocID="{8056A3CA-9136-415F-8CA5-2B08BDAC4988}" presName="vert1" presStyleCnt="0"/>
      <dgm:spPr/>
    </dgm:pt>
    <dgm:pt modelId="{3E22EBC6-2184-4D20-B618-11D46926C68A}" type="pres">
      <dgm:prSet presAssocID="{7AD08D85-5996-4BEC-8C73-D4DCAF0ABF3B}" presName="thickLine" presStyleLbl="alignNode1" presStyleIdx="10" presStyleCnt="17"/>
      <dgm:spPr/>
    </dgm:pt>
    <dgm:pt modelId="{D4D012B4-2DC0-472F-857B-EE80D1276642}" type="pres">
      <dgm:prSet presAssocID="{7AD08D85-5996-4BEC-8C73-D4DCAF0ABF3B}" presName="horz1" presStyleCnt="0"/>
      <dgm:spPr/>
    </dgm:pt>
    <dgm:pt modelId="{BD242F8D-0B96-4F93-B07E-1D376003AEB5}" type="pres">
      <dgm:prSet presAssocID="{7AD08D85-5996-4BEC-8C73-D4DCAF0ABF3B}" presName="tx1" presStyleLbl="revTx" presStyleIdx="10" presStyleCnt="17"/>
      <dgm:spPr/>
    </dgm:pt>
    <dgm:pt modelId="{820F1B4E-CDA8-4AAC-84F1-765CE531EFCA}" type="pres">
      <dgm:prSet presAssocID="{7AD08D85-5996-4BEC-8C73-D4DCAF0ABF3B}" presName="vert1" presStyleCnt="0"/>
      <dgm:spPr/>
    </dgm:pt>
    <dgm:pt modelId="{772E275C-22ED-45D4-9F83-CFE181AD7CB8}" type="pres">
      <dgm:prSet presAssocID="{430560E4-E70D-4F59-A224-CA978859D57D}" presName="thickLine" presStyleLbl="alignNode1" presStyleIdx="11" presStyleCnt="17"/>
      <dgm:spPr/>
    </dgm:pt>
    <dgm:pt modelId="{C691AF3E-F240-48EE-BA4A-B0013F6875D2}" type="pres">
      <dgm:prSet presAssocID="{430560E4-E70D-4F59-A224-CA978859D57D}" presName="horz1" presStyleCnt="0"/>
      <dgm:spPr/>
    </dgm:pt>
    <dgm:pt modelId="{C4141668-91A4-450F-8AB1-0D767F6AAAE2}" type="pres">
      <dgm:prSet presAssocID="{430560E4-E70D-4F59-A224-CA978859D57D}" presName="tx1" presStyleLbl="revTx" presStyleIdx="11" presStyleCnt="17"/>
      <dgm:spPr/>
    </dgm:pt>
    <dgm:pt modelId="{32439C62-60C5-424E-817C-7D97DBFEA7BD}" type="pres">
      <dgm:prSet presAssocID="{430560E4-E70D-4F59-A224-CA978859D57D}" presName="vert1" presStyleCnt="0"/>
      <dgm:spPr/>
    </dgm:pt>
    <dgm:pt modelId="{EB1D9F93-86DB-4176-A8AF-9ABEE15F8D32}" type="pres">
      <dgm:prSet presAssocID="{4C4F1144-4534-444A-B6DE-4FE46D6E2566}" presName="thickLine" presStyleLbl="alignNode1" presStyleIdx="12" presStyleCnt="17"/>
      <dgm:spPr/>
    </dgm:pt>
    <dgm:pt modelId="{C0D68B6C-DBC0-401B-B48B-7065B75125EE}" type="pres">
      <dgm:prSet presAssocID="{4C4F1144-4534-444A-B6DE-4FE46D6E2566}" presName="horz1" presStyleCnt="0"/>
      <dgm:spPr/>
    </dgm:pt>
    <dgm:pt modelId="{68E6F375-648D-4E5A-8CEA-1D43207A1563}" type="pres">
      <dgm:prSet presAssocID="{4C4F1144-4534-444A-B6DE-4FE46D6E2566}" presName="tx1" presStyleLbl="revTx" presStyleIdx="12" presStyleCnt="17"/>
      <dgm:spPr/>
    </dgm:pt>
    <dgm:pt modelId="{01322DB4-8BFB-4852-A07A-7FADDEC4476B}" type="pres">
      <dgm:prSet presAssocID="{4C4F1144-4534-444A-B6DE-4FE46D6E2566}" presName="vert1" presStyleCnt="0"/>
      <dgm:spPr/>
    </dgm:pt>
    <dgm:pt modelId="{7B3A650C-F78F-4678-B4CD-3E13A90BEEB0}" type="pres">
      <dgm:prSet presAssocID="{E313897B-32C1-4FB3-8EB5-A6133E285AA8}" presName="thickLine" presStyleLbl="alignNode1" presStyleIdx="13" presStyleCnt="17"/>
      <dgm:spPr/>
    </dgm:pt>
    <dgm:pt modelId="{D2008188-F3D1-45DE-BDE9-60D582191CEE}" type="pres">
      <dgm:prSet presAssocID="{E313897B-32C1-4FB3-8EB5-A6133E285AA8}" presName="horz1" presStyleCnt="0"/>
      <dgm:spPr/>
    </dgm:pt>
    <dgm:pt modelId="{A6974A80-68E6-4ECE-8E92-94FB1E1CBBEC}" type="pres">
      <dgm:prSet presAssocID="{E313897B-32C1-4FB3-8EB5-A6133E285AA8}" presName="tx1" presStyleLbl="revTx" presStyleIdx="13" presStyleCnt="17"/>
      <dgm:spPr/>
    </dgm:pt>
    <dgm:pt modelId="{090AC935-3E83-4E0F-B63B-496BB48536D1}" type="pres">
      <dgm:prSet presAssocID="{E313897B-32C1-4FB3-8EB5-A6133E285AA8}" presName="vert1" presStyleCnt="0"/>
      <dgm:spPr/>
    </dgm:pt>
    <dgm:pt modelId="{D76976C0-131A-4816-A973-57AD722165C3}" type="pres">
      <dgm:prSet presAssocID="{884C6D5A-6D2E-4823-B4A8-8497534D6F7B}" presName="thickLine" presStyleLbl="alignNode1" presStyleIdx="14" presStyleCnt="17"/>
      <dgm:spPr/>
    </dgm:pt>
    <dgm:pt modelId="{A8F29CBD-6B8C-42A9-BDB5-F2AD6299A295}" type="pres">
      <dgm:prSet presAssocID="{884C6D5A-6D2E-4823-B4A8-8497534D6F7B}" presName="horz1" presStyleCnt="0"/>
      <dgm:spPr/>
    </dgm:pt>
    <dgm:pt modelId="{20CA897E-9FCA-42A8-815E-A73787DB302E}" type="pres">
      <dgm:prSet presAssocID="{884C6D5A-6D2E-4823-B4A8-8497534D6F7B}" presName="tx1" presStyleLbl="revTx" presStyleIdx="14" presStyleCnt="17"/>
      <dgm:spPr/>
    </dgm:pt>
    <dgm:pt modelId="{5328DE3F-49D4-44DA-86E5-D2373FF9910D}" type="pres">
      <dgm:prSet presAssocID="{884C6D5A-6D2E-4823-B4A8-8497534D6F7B}" presName="vert1" presStyleCnt="0"/>
      <dgm:spPr/>
    </dgm:pt>
    <dgm:pt modelId="{D0E7AF64-FAD1-481D-A0C0-AAFFDD4BF628}" type="pres">
      <dgm:prSet presAssocID="{482088EB-15A2-458F-856B-AD1E1E1E066A}" presName="thickLine" presStyleLbl="alignNode1" presStyleIdx="15" presStyleCnt="17"/>
      <dgm:spPr/>
    </dgm:pt>
    <dgm:pt modelId="{B7232890-0EA7-4BA2-A8CB-2B408980E417}" type="pres">
      <dgm:prSet presAssocID="{482088EB-15A2-458F-856B-AD1E1E1E066A}" presName="horz1" presStyleCnt="0"/>
      <dgm:spPr/>
    </dgm:pt>
    <dgm:pt modelId="{ABDDDE61-E933-423E-BA01-5B457C47C42D}" type="pres">
      <dgm:prSet presAssocID="{482088EB-15A2-458F-856B-AD1E1E1E066A}" presName="tx1" presStyleLbl="revTx" presStyleIdx="15" presStyleCnt="17"/>
      <dgm:spPr/>
    </dgm:pt>
    <dgm:pt modelId="{0BBDF03E-A055-4D11-8852-057CCD9ECA38}" type="pres">
      <dgm:prSet presAssocID="{482088EB-15A2-458F-856B-AD1E1E1E066A}" presName="vert1" presStyleCnt="0"/>
      <dgm:spPr/>
    </dgm:pt>
    <dgm:pt modelId="{2B5F995E-2567-43E6-945F-9A65487F229D}" type="pres">
      <dgm:prSet presAssocID="{82897D6D-41B2-4E97-A568-80A5022FD609}" presName="thickLine" presStyleLbl="alignNode1" presStyleIdx="16" presStyleCnt="17"/>
      <dgm:spPr/>
    </dgm:pt>
    <dgm:pt modelId="{A4A24138-96CB-434C-873B-15EDBF5887C9}" type="pres">
      <dgm:prSet presAssocID="{82897D6D-41B2-4E97-A568-80A5022FD609}" presName="horz1" presStyleCnt="0"/>
      <dgm:spPr/>
    </dgm:pt>
    <dgm:pt modelId="{A11E4D47-C2C8-4AFB-A9C5-30CB8BF31665}" type="pres">
      <dgm:prSet presAssocID="{82897D6D-41B2-4E97-A568-80A5022FD609}" presName="tx1" presStyleLbl="revTx" presStyleIdx="16" presStyleCnt="17"/>
      <dgm:spPr/>
    </dgm:pt>
    <dgm:pt modelId="{9B3F2A3D-1B01-4996-B170-E2779B9F671F}" type="pres">
      <dgm:prSet presAssocID="{82897D6D-41B2-4E97-A568-80A5022FD609}" presName="vert1" presStyleCnt="0"/>
      <dgm:spPr/>
    </dgm:pt>
  </dgm:ptLst>
  <dgm:cxnLst>
    <dgm:cxn modelId="{2D4BCA02-008D-4B30-82C1-ED50007C61F1}" srcId="{00989918-FCC9-4DE5-9091-284280374B8C}" destId="{2C48F0A0-C6A7-4DB0-AFA3-731FC77CCA20}" srcOrd="6" destOrd="0" parTransId="{F711FEBA-7ABD-42FD-90F0-506CCD4BBB0F}" sibTransId="{D4356A4F-CB7D-48A7-9240-0A4809288D32}"/>
    <dgm:cxn modelId="{995B8914-5A0A-48E9-B34F-7CD6EEE05385}" type="presOf" srcId="{B7F4D399-F1CA-4DFE-ABD1-70BFDEAB16CF}" destId="{210A964B-B337-4EBE-9175-3BD426B51C4D}" srcOrd="0" destOrd="0" presId="urn:microsoft.com/office/officeart/2008/layout/LinedList"/>
    <dgm:cxn modelId="{B0DA4E19-DA74-4B32-BB9F-93BEF80B3510}" type="presOf" srcId="{9AEC9F69-7388-4959-A4DD-965E6A62ED22}" destId="{4ADBC5B6-B3B3-4157-83B8-B2B60DE8D071}" srcOrd="0" destOrd="0" presId="urn:microsoft.com/office/officeart/2008/layout/LinedList"/>
    <dgm:cxn modelId="{09DD3525-D010-48E8-AC77-DE552025E48E}" srcId="{00989918-FCC9-4DE5-9091-284280374B8C}" destId="{430560E4-E70D-4F59-A224-CA978859D57D}" srcOrd="11" destOrd="0" parTransId="{5BCE0B0E-82C1-4B96-87C5-3D4C0478A075}" sibTransId="{EA18D6B5-300A-430A-946F-69112E7A0B0B}"/>
    <dgm:cxn modelId="{6F87B43E-7D4F-48E2-A001-02DD1B53EA78}" type="presOf" srcId="{CDF16949-EC35-4D86-BF48-9F95B3306FF8}" destId="{83263C00-F92C-43F4-9415-46514D6206F6}" srcOrd="0" destOrd="0" presId="urn:microsoft.com/office/officeart/2008/layout/LinedList"/>
    <dgm:cxn modelId="{A113795F-A58F-4E7C-88B7-74AC4E6BF538}" srcId="{00989918-FCC9-4DE5-9091-284280374B8C}" destId="{4C4F1144-4534-444A-B6DE-4FE46D6E2566}" srcOrd="12" destOrd="0" parTransId="{96F6F874-B088-4D5D-BDE4-CB69D0DE7EAF}" sibTransId="{F14ACADA-FBD8-4D80-8E64-1BFAC4D2D6BD}"/>
    <dgm:cxn modelId="{F5998C61-E4DF-4839-AFB0-B513E58AF224}" srcId="{00989918-FCC9-4DE5-9091-284280374B8C}" destId="{CDF16949-EC35-4D86-BF48-9F95B3306FF8}" srcOrd="8" destOrd="0" parTransId="{2D0423A5-B45C-4E7A-94DD-DE1B3DDC09CF}" sibTransId="{03D4216C-8258-4A5A-BFF0-2FE077A908FE}"/>
    <dgm:cxn modelId="{FBA67368-4449-40DA-9A25-E86C174190AB}" srcId="{00989918-FCC9-4DE5-9091-284280374B8C}" destId="{8056A3CA-9136-415F-8CA5-2B08BDAC4988}" srcOrd="9" destOrd="0" parTransId="{79FD8904-4BAD-42AD-8E4D-69DB2BFEA3CC}" sibTransId="{763BCC19-4609-4FF6-9229-0A50D5A05931}"/>
    <dgm:cxn modelId="{511F786A-8239-4A91-B98E-CA4A3BD9BC15}" type="presOf" srcId="{60CE4672-B6EF-4CD9-A180-7B05FE44913A}" destId="{F884A80E-0634-4A9F-B7DE-C578A3A89962}" srcOrd="0" destOrd="0" presId="urn:microsoft.com/office/officeart/2008/layout/LinedList"/>
    <dgm:cxn modelId="{AB345B6E-55BF-4701-97C6-3C591CA2E689}" srcId="{00989918-FCC9-4DE5-9091-284280374B8C}" destId="{8E854DD0-EA2E-4243-9D75-89AF026283D2}" srcOrd="0" destOrd="0" parTransId="{D2043E16-54CB-4D4F-AE5F-5ED7FF8FE0B3}" sibTransId="{0E106B05-7709-431B-8FA5-D5C3E3E48016}"/>
    <dgm:cxn modelId="{D4371370-5EA3-4FDB-ABB8-CCD287294430}" srcId="{00989918-FCC9-4DE5-9091-284280374B8C}" destId="{ED4E7040-8E57-46E7-9A37-18AD9D5424E7}" srcOrd="1" destOrd="0" parTransId="{3E9A5E36-3EBC-42F7-9111-E518D7BAA7E4}" sibTransId="{D3EDD1C3-E33F-4B12-A1E6-326B20BE8A66}"/>
    <dgm:cxn modelId="{B5B47152-6CE0-44AD-BF25-EE51171A4A59}" type="presOf" srcId="{2C48F0A0-C6A7-4DB0-AFA3-731FC77CCA20}" destId="{203EE28D-539D-4623-8B12-B37E7E2DDF78}" srcOrd="0" destOrd="0" presId="urn:microsoft.com/office/officeart/2008/layout/LinedList"/>
    <dgm:cxn modelId="{9247B773-6834-4427-B04B-BAA7A5913363}" type="presOf" srcId="{482088EB-15A2-458F-856B-AD1E1E1E066A}" destId="{ABDDDE61-E933-423E-BA01-5B457C47C42D}" srcOrd="0" destOrd="0" presId="urn:microsoft.com/office/officeart/2008/layout/LinedList"/>
    <dgm:cxn modelId="{6BBA0F58-E306-4CC6-A88B-E2177E1AE9B0}" type="presOf" srcId="{ED4E7040-8E57-46E7-9A37-18AD9D5424E7}" destId="{617E0361-C33A-44BD-A13E-0497CF8CBE54}" srcOrd="0" destOrd="0" presId="urn:microsoft.com/office/officeart/2008/layout/LinedList"/>
    <dgm:cxn modelId="{87CF4E5A-5A2D-492A-8CC3-49022EB785C7}" type="presOf" srcId="{8E854DD0-EA2E-4243-9D75-89AF026283D2}" destId="{7548F9BD-FA93-4322-9317-CD476F7C1AFD}" srcOrd="0" destOrd="0" presId="urn:microsoft.com/office/officeart/2008/layout/LinedList"/>
    <dgm:cxn modelId="{16F04A89-F8A2-405D-9345-4A715040F6B5}" type="presOf" srcId="{84577E11-32FF-430E-BDDD-CA8496EDC72C}" destId="{5F24451D-24D5-4B7D-B59F-E3CF9FCC7405}" srcOrd="0" destOrd="0" presId="urn:microsoft.com/office/officeart/2008/layout/LinedList"/>
    <dgm:cxn modelId="{2BE409A7-C5D2-4027-A40B-A9D209907D7E}" type="presOf" srcId="{8056A3CA-9136-415F-8CA5-2B08BDAC4988}" destId="{3A575238-83CC-440B-BE58-5290EBEA25E4}" srcOrd="0" destOrd="0" presId="urn:microsoft.com/office/officeart/2008/layout/LinedList"/>
    <dgm:cxn modelId="{060135AF-FCA2-4978-B9BD-42E0646A895F}" type="presOf" srcId="{884C6D5A-6D2E-4823-B4A8-8497534D6F7B}" destId="{20CA897E-9FCA-42A8-815E-A73787DB302E}" srcOrd="0" destOrd="0" presId="urn:microsoft.com/office/officeart/2008/layout/LinedList"/>
    <dgm:cxn modelId="{7B34F7B9-35E0-47AE-9E47-794B794C93BE}" type="presOf" srcId="{4C4F1144-4534-444A-B6DE-4FE46D6E2566}" destId="{68E6F375-648D-4E5A-8CEA-1D43207A1563}" srcOrd="0" destOrd="0" presId="urn:microsoft.com/office/officeart/2008/layout/LinedList"/>
    <dgm:cxn modelId="{1036FDBD-A687-405F-A51F-EE988B7C6D09}" type="presOf" srcId="{7AD08D85-5996-4BEC-8C73-D4DCAF0ABF3B}" destId="{BD242F8D-0B96-4F93-B07E-1D376003AEB5}" srcOrd="0" destOrd="0" presId="urn:microsoft.com/office/officeart/2008/layout/LinedList"/>
    <dgm:cxn modelId="{EE932AC0-146E-4EB3-9BC3-F2200FAB31F1}" srcId="{00989918-FCC9-4DE5-9091-284280374B8C}" destId="{884C6D5A-6D2E-4823-B4A8-8497534D6F7B}" srcOrd="14" destOrd="0" parTransId="{152E13CE-EE58-467F-BBFC-FD73EBDA8E9C}" sibTransId="{14818061-18FB-4B41-AC9A-E9BC37EBE14F}"/>
    <dgm:cxn modelId="{5B973DCC-BD01-4FBA-AFF4-B35BFBD295B8}" srcId="{00989918-FCC9-4DE5-9091-284280374B8C}" destId="{60CE4672-B6EF-4CD9-A180-7B05FE44913A}" srcOrd="2" destOrd="0" parTransId="{B0E4147A-084F-4B2C-BB1F-01EB9204515E}" sibTransId="{5106A671-8E69-4937-AE56-22FB77EF5766}"/>
    <dgm:cxn modelId="{4A28FDCE-B31E-48C6-95CB-2217665236BE}" srcId="{00989918-FCC9-4DE5-9091-284280374B8C}" destId="{7AD08D85-5996-4BEC-8C73-D4DCAF0ABF3B}" srcOrd="10" destOrd="0" parTransId="{76F7C483-90B8-4E99-9F65-3894397FD46A}" sibTransId="{E19E6935-8435-4AF0-B07C-B23D8A474597}"/>
    <dgm:cxn modelId="{E3BE52D0-1C07-4BFA-93CD-A00EF377C6E5}" srcId="{00989918-FCC9-4DE5-9091-284280374B8C}" destId="{482088EB-15A2-458F-856B-AD1E1E1E066A}" srcOrd="15" destOrd="0" parTransId="{739C4A68-33FA-42D8-BA37-7C29ABFE89F2}" sibTransId="{E8C9E7C4-3B2B-4945-AD38-BDD2BB91DC42}"/>
    <dgm:cxn modelId="{A67DE5D4-0533-458F-99D2-017C8794C1FB}" type="presOf" srcId="{430560E4-E70D-4F59-A224-CA978859D57D}" destId="{C4141668-91A4-450F-8AB1-0D767F6AAAE2}" srcOrd="0" destOrd="0" presId="urn:microsoft.com/office/officeart/2008/layout/LinedList"/>
    <dgm:cxn modelId="{C31469DC-20D6-4204-B345-26BDC4F2B557}" srcId="{00989918-FCC9-4DE5-9091-284280374B8C}" destId="{82897D6D-41B2-4E97-A568-80A5022FD609}" srcOrd="16" destOrd="0" parTransId="{072907F2-0B37-4395-8BB3-BC8DC1F9CC7A}" sibTransId="{C9D71498-E9C5-4E13-AE46-E2F2183A5895}"/>
    <dgm:cxn modelId="{D57F82DE-0FA8-4FD6-B32C-C73465373003}" type="presOf" srcId="{82897D6D-41B2-4E97-A568-80A5022FD609}" destId="{A11E4D47-C2C8-4AFB-A9C5-30CB8BF31665}" srcOrd="0" destOrd="0" presId="urn:microsoft.com/office/officeart/2008/layout/LinedList"/>
    <dgm:cxn modelId="{18AE0FE0-8732-4465-869E-F518EC30B921}" type="presOf" srcId="{B2D5B54A-5ACE-4876-9C9E-3E8403712660}" destId="{87E35F70-7625-49D3-8C8F-F7498F2D6191}" srcOrd="0" destOrd="0" presId="urn:microsoft.com/office/officeart/2008/layout/LinedList"/>
    <dgm:cxn modelId="{9668E9E0-E74F-4E60-8670-F42DD75FB6FA}" type="presOf" srcId="{E313897B-32C1-4FB3-8EB5-A6133E285AA8}" destId="{A6974A80-68E6-4ECE-8E92-94FB1E1CBBEC}" srcOrd="0" destOrd="0" presId="urn:microsoft.com/office/officeart/2008/layout/LinedList"/>
    <dgm:cxn modelId="{BF2A2BE1-78D3-44A7-88D4-56641A6C8DE7}" type="presOf" srcId="{00989918-FCC9-4DE5-9091-284280374B8C}" destId="{F908CA12-ECC8-43BD-B048-B935E26B2F59}" srcOrd="0" destOrd="0" presId="urn:microsoft.com/office/officeart/2008/layout/LinedList"/>
    <dgm:cxn modelId="{DC06E4E7-45D9-4AFE-99BA-1AFCB8D145BE}" srcId="{00989918-FCC9-4DE5-9091-284280374B8C}" destId="{9AEC9F69-7388-4959-A4DD-965E6A62ED22}" srcOrd="4" destOrd="0" parTransId="{A2FC8B58-8152-4E0D-B3AB-B45D305550DD}" sibTransId="{A83564D4-5291-4172-B293-D43E1C91D7E6}"/>
    <dgm:cxn modelId="{96F349EB-0C5D-4B7F-825E-4D6DEAA04BB3}" srcId="{00989918-FCC9-4DE5-9091-284280374B8C}" destId="{84577E11-32FF-430E-BDDD-CA8496EDC72C}" srcOrd="5" destOrd="0" parTransId="{583ACC3A-C742-4DB2-AD81-CE4C674495FE}" sibTransId="{97FD36E6-87B9-4CDB-BF36-A632BBC60471}"/>
    <dgm:cxn modelId="{518BB6F0-788A-405B-9970-9604E2889879}" srcId="{00989918-FCC9-4DE5-9091-284280374B8C}" destId="{E313897B-32C1-4FB3-8EB5-A6133E285AA8}" srcOrd="13" destOrd="0" parTransId="{F62F9B41-3D6E-4307-9487-7CE0CFC5DC7C}" sibTransId="{0D1A0AF5-5B28-4F64-905F-CF7A0BCEBA1D}"/>
    <dgm:cxn modelId="{E0C5E2F7-3E68-456F-81E9-5FABD38AF1F5}" srcId="{00989918-FCC9-4DE5-9091-284280374B8C}" destId="{B7F4D399-F1CA-4DFE-ABD1-70BFDEAB16CF}" srcOrd="3" destOrd="0" parTransId="{3EE64E38-2C44-42B5-8FE5-2EC94F6495CC}" sibTransId="{B06B276F-C80E-4231-A281-09DD409E9BF1}"/>
    <dgm:cxn modelId="{54A241FE-9D13-4A07-9D28-F0F2CEF5124D}" srcId="{00989918-FCC9-4DE5-9091-284280374B8C}" destId="{B2D5B54A-5ACE-4876-9C9E-3E8403712660}" srcOrd="7" destOrd="0" parTransId="{03E67BE1-1F92-4159-B4EA-1BD32B2C144B}" sibTransId="{C45AC604-A107-4D53-A9DC-70B744134A34}"/>
    <dgm:cxn modelId="{20BA7DA8-0EDA-40FE-AEFD-C3ACDF7EC79C}" type="presParOf" srcId="{F908CA12-ECC8-43BD-B048-B935E26B2F59}" destId="{381951F1-2133-47FE-8E5E-BC2FF0CC0554}" srcOrd="0" destOrd="0" presId="urn:microsoft.com/office/officeart/2008/layout/LinedList"/>
    <dgm:cxn modelId="{F7D32D24-1D5C-4F4D-B61C-F55A971AE08E}" type="presParOf" srcId="{F908CA12-ECC8-43BD-B048-B935E26B2F59}" destId="{603D641E-8F10-4771-8B2B-8B13F73A2ED0}" srcOrd="1" destOrd="0" presId="urn:microsoft.com/office/officeart/2008/layout/LinedList"/>
    <dgm:cxn modelId="{A83F1DE5-2162-40DF-B763-D353FC5004DA}" type="presParOf" srcId="{603D641E-8F10-4771-8B2B-8B13F73A2ED0}" destId="{7548F9BD-FA93-4322-9317-CD476F7C1AFD}" srcOrd="0" destOrd="0" presId="urn:microsoft.com/office/officeart/2008/layout/LinedList"/>
    <dgm:cxn modelId="{A357125F-ED5B-454D-A813-F662F586CAE4}" type="presParOf" srcId="{603D641E-8F10-4771-8B2B-8B13F73A2ED0}" destId="{5189195B-1664-4302-B6C7-F3E2D5347FF1}" srcOrd="1" destOrd="0" presId="urn:microsoft.com/office/officeart/2008/layout/LinedList"/>
    <dgm:cxn modelId="{33E01FD7-F02B-4740-AF3D-8A542E648AC1}" type="presParOf" srcId="{F908CA12-ECC8-43BD-B048-B935E26B2F59}" destId="{C807B2A7-2E7F-4E80-B463-69B52B1EE95E}" srcOrd="2" destOrd="0" presId="urn:microsoft.com/office/officeart/2008/layout/LinedList"/>
    <dgm:cxn modelId="{5D86B644-F0B6-4F36-9139-D15F30F46037}" type="presParOf" srcId="{F908CA12-ECC8-43BD-B048-B935E26B2F59}" destId="{5AA9A536-11C0-4EEB-838F-B00B556B3859}" srcOrd="3" destOrd="0" presId="urn:microsoft.com/office/officeart/2008/layout/LinedList"/>
    <dgm:cxn modelId="{7F012AB7-004F-405D-9896-E43D2D5383E1}" type="presParOf" srcId="{5AA9A536-11C0-4EEB-838F-B00B556B3859}" destId="{617E0361-C33A-44BD-A13E-0497CF8CBE54}" srcOrd="0" destOrd="0" presId="urn:microsoft.com/office/officeart/2008/layout/LinedList"/>
    <dgm:cxn modelId="{B1339582-54D1-4E4C-A118-66361CBD161C}" type="presParOf" srcId="{5AA9A536-11C0-4EEB-838F-B00B556B3859}" destId="{63AC6CF4-72F9-4112-8A56-83B912261E01}" srcOrd="1" destOrd="0" presId="urn:microsoft.com/office/officeart/2008/layout/LinedList"/>
    <dgm:cxn modelId="{93ADD5FA-AC9E-4C98-835B-DF38DF41FB9D}" type="presParOf" srcId="{F908CA12-ECC8-43BD-B048-B935E26B2F59}" destId="{67603C92-F660-42D1-AF4F-166F70DCEB7E}" srcOrd="4" destOrd="0" presId="urn:microsoft.com/office/officeart/2008/layout/LinedList"/>
    <dgm:cxn modelId="{6CD5D2C8-6529-4556-B143-45FC0A4FBAF8}" type="presParOf" srcId="{F908CA12-ECC8-43BD-B048-B935E26B2F59}" destId="{48531214-8B5D-4A87-AD3E-73D7FE935849}" srcOrd="5" destOrd="0" presId="urn:microsoft.com/office/officeart/2008/layout/LinedList"/>
    <dgm:cxn modelId="{FDD43EBA-A705-4682-9E0C-7F5A4851E884}" type="presParOf" srcId="{48531214-8B5D-4A87-AD3E-73D7FE935849}" destId="{F884A80E-0634-4A9F-B7DE-C578A3A89962}" srcOrd="0" destOrd="0" presId="urn:microsoft.com/office/officeart/2008/layout/LinedList"/>
    <dgm:cxn modelId="{578374E8-1ECB-479E-AFE2-6E9292E73957}" type="presParOf" srcId="{48531214-8B5D-4A87-AD3E-73D7FE935849}" destId="{33A1F61E-9F9D-4D25-A670-57AA3042591D}" srcOrd="1" destOrd="0" presId="urn:microsoft.com/office/officeart/2008/layout/LinedList"/>
    <dgm:cxn modelId="{1057D17D-B732-489F-8B9B-337CB66C7965}" type="presParOf" srcId="{F908CA12-ECC8-43BD-B048-B935E26B2F59}" destId="{A6753153-B65A-4380-B988-B5A2910E888C}" srcOrd="6" destOrd="0" presId="urn:microsoft.com/office/officeart/2008/layout/LinedList"/>
    <dgm:cxn modelId="{53817399-DC2C-49AB-89D8-7C038878E1AF}" type="presParOf" srcId="{F908CA12-ECC8-43BD-B048-B935E26B2F59}" destId="{99817362-626A-42C0-9EE3-E11826CD6DFE}" srcOrd="7" destOrd="0" presId="urn:microsoft.com/office/officeart/2008/layout/LinedList"/>
    <dgm:cxn modelId="{7530474B-C534-4744-89C1-A6F6A0BF614F}" type="presParOf" srcId="{99817362-626A-42C0-9EE3-E11826CD6DFE}" destId="{210A964B-B337-4EBE-9175-3BD426B51C4D}" srcOrd="0" destOrd="0" presId="urn:microsoft.com/office/officeart/2008/layout/LinedList"/>
    <dgm:cxn modelId="{A93CC1B5-DB74-4395-BAD4-3B57A754EED1}" type="presParOf" srcId="{99817362-626A-42C0-9EE3-E11826CD6DFE}" destId="{B8D4A94F-DBCD-485C-85E9-0A347094741C}" srcOrd="1" destOrd="0" presId="urn:microsoft.com/office/officeart/2008/layout/LinedList"/>
    <dgm:cxn modelId="{8F24BF80-7A69-4168-A212-A1C41A7BAF1B}" type="presParOf" srcId="{F908CA12-ECC8-43BD-B048-B935E26B2F59}" destId="{00599C48-CFA1-4A4D-B40D-8E972C549D94}" srcOrd="8" destOrd="0" presId="urn:microsoft.com/office/officeart/2008/layout/LinedList"/>
    <dgm:cxn modelId="{66F257E7-FC09-429D-94C7-EB5004C5A779}" type="presParOf" srcId="{F908CA12-ECC8-43BD-B048-B935E26B2F59}" destId="{4A8E15E7-D375-4C93-92F8-1A0A5AAE095D}" srcOrd="9" destOrd="0" presId="urn:microsoft.com/office/officeart/2008/layout/LinedList"/>
    <dgm:cxn modelId="{219E3B0E-2862-41F0-A71B-55C6507F4783}" type="presParOf" srcId="{4A8E15E7-D375-4C93-92F8-1A0A5AAE095D}" destId="{4ADBC5B6-B3B3-4157-83B8-B2B60DE8D071}" srcOrd="0" destOrd="0" presId="urn:microsoft.com/office/officeart/2008/layout/LinedList"/>
    <dgm:cxn modelId="{8EE76C6E-2AE8-481C-81AC-B2E56438224A}" type="presParOf" srcId="{4A8E15E7-D375-4C93-92F8-1A0A5AAE095D}" destId="{510379E7-F966-491E-B9EC-3C012C37DE9E}" srcOrd="1" destOrd="0" presId="urn:microsoft.com/office/officeart/2008/layout/LinedList"/>
    <dgm:cxn modelId="{065CB83B-F343-4EF5-B020-F02F150687D3}" type="presParOf" srcId="{F908CA12-ECC8-43BD-B048-B935E26B2F59}" destId="{A2FDF340-AF3D-4093-9F87-DCCA0C23ED0D}" srcOrd="10" destOrd="0" presId="urn:microsoft.com/office/officeart/2008/layout/LinedList"/>
    <dgm:cxn modelId="{0D24CD2B-26BE-4E9D-B28C-61E93F62892A}" type="presParOf" srcId="{F908CA12-ECC8-43BD-B048-B935E26B2F59}" destId="{4519B8CD-8633-4926-9276-2CD269F61170}" srcOrd="11" destOrd="0" presId="urn:microsoft.com/office/officeart/2008/layout/LinedList"/>
    <dgm:cxn modelId="{B135DD16-74D4-4509-8315-37796F6AB6AA}" type="presParOf" srcId="{4519B8CD-8633-4926-9276-2CD269F61170}" destId="{5F24451D-24D5-4B7D-B59F-E3CF9FCC7405}" srcOrd="0" destOrd="0" presId="urn:microsoft.com/office/officeart/2008/layout/LinedList"/>
    <dgm:cxn modelId="{3F6780D9-09DB-4397-A39F-D2D0026E7308}" type="presParOf" srcId="{4519B8CD-8633-4926-9276-2CD269F61170}" destId="{56DD3A5E-DF2B-4D8A-B510-B6F46FC9EB2E}" srcOrd="1" destOrd="0" presId="urn:microsoft.com/office/officeart/2008/layout/LinedList"/>
    <dgm:cxn modelId="{95F415E1-5E8D-4159-AD74-92EA86A26AEB}" type="presParOf" srcId="{F908CA12-ECC8-43BD-B048-B935E26B2F59}" destId="{592587EA-FB40-45CF-BC99-286A585466F5}" srcOrd="12" destOrd="0" presId="urn:microsoft.com/office/officeart/2008/layout/LinedList"/>
    <dgm:cxn modelId="{B616B56F-8BD7-47AF-8788-AABCD02E0D1B}" type="presParOf" srcId="{F908CA12-ECC8-43BD-B048-B935E26B2F59}" destId="{B4EC16D7-2CB4-432D-BCFF-84433B3A15B6}" srcOrd="13" destOrd="0" presId="urn:microsoft.com/office/officeart/2008/layout/LinedList"/>
    <dgm:cxn modelId="{01DFA199-15BA-4C7A-B03E-332F36C38F14}" type="presParOf" srcId="{B4EC16D7-2CB4-432D-BCFF-84433B3A15B6}" destId="{203EE28D-539D-4623-8B12-B37E7E2DDF78}" srcOrd="0" destOrd="0" presId="urn:microsoft.com/office/officeart/2008/layout/LinedList"/>
    <dgm:cxn modelId="{088F4134-1B15-49CF-85FF-D43063852D14}" type="presParOf" srcId="{B4EC16D7-2CB4-432D-BCFF-84433B3A15B6}" destId="{D97CF122-22EB-4BBA-ABF1-BEAF1AAEA851}" srcOrd="1" destOrd="0" presId="urn:microsoft.com/office/officeart/2008/layout/LinedList"/>
    <dgm:cxn modelId="{9148442D-EFC1-446D-8B85-2D69CAE827E5}" type="presParOf" srcId="{F908CA12-ECC8-43BD-B048-B935E26B2F59}" destId="{386C4CC6-9A22-4385-82B2-85F8957EB245}" srcOrd="14" destOrd="0" presId="urn:microsoft.com/office/officeart/2008/layout/LinedList"/>
    <dgm:cxn modelId="{93368DA8-11FC-48FA-9AF9-6E734384D9CA}" type="presParOf" srcId="{F908CA12-ECC8-43BD-B048-B935E26B2F59}" destId="{F25FFBA3-DAC1-46AB-9788-99957D489884}" srcOrd="15" destOrd="0" presId="urn:microsoft.com/office/officeart/2008/layout/LinedList"/>
    <dgm:cxn modelId="{570BA5BE-B05B-4285-B70E-9898E7508C27}" type="presParOf" srcId="{F25FFBA3-DAC1-46AB-9788-99957D489884}" destId="{87E35F70-7625-49D3-8C8F-F7498F2D6191}" srcOrd="0" destOrd="0" presId="urn:microsoft.com/office/officeart/2008/layout/LinedList"/>
    <dgm:cxn modelId="{377360A4-C21C-4ACE-AAAD-F5559C966CB4}" type="presParOf" srcId="{F25FFBA3-DAC1-46AB-9788-99957D489884}" destId="{078A9983-FE98-4FE2-B456-F82EFBCC360E}" srcOrd="1" destOrd="0" presId="urn:microsoft.com/office/officeart/2008/layout/LinedList"/>
    <dgm:cxn modelId="{0DB7D4C7-8A5C-4355-897B-E7A5A3D52C6A}" type="presParOf" srcId="{F908CA12-ECC8-43BD-B048-B935E26B2F59}" destId="{EEFB2A1A-6A2D-4AD6-BE8C-85610A37A463}" srcOrd="16" destOrd="0" presId="urn:microsoft.com/office/officeart/2008/layout/LinedList"/>
    <dgm:cxn modelId="{0C91D426-7119-4F16-A44F-6B64346CEDF4}" type="presParOf" srcId="{F908CA12-ECC8-43BD-B048-B935E26B2F59}" destId="{36F06537-0FD5-4E94-BD71-FB2DA511343A}" srcOrd="17" destOrd="0" presId="urn:microsoft.com/office/officeart/2008/layout/LinedList"/>
    <dgm:cxn modelId="{96095E38-3832-4E14-B0AA-5AF713F90C9C}" type="presParOf" srcId="{36F06537-0FD5-4E94-BD71-FB2DA511343A}" destId="{83263C00-F92C-43F4-9415-46514D6206F6}" srcOrd="0" destOrd="0" presId="urn:microsoft.com/office/officeart/2008/layout/LinedList"/>
    <dgm:cxn modelId="{C2A3C6DF-5D54-4EE4-8955-08523CB6FF7E}" type="presParOf" srcId="{36F06537-0FD5-4E94-BD71-FB2DA511343A}" destId="{DC9ACA4D-EED3-4288-87D5-A44E043A1E95}" srcOrd="1" destOrd="0" presId="urn:microsoft.com/office/officeart/2008/layout/LinedList"/>
    <dgm:cxn modelId="{A82935E3-65FE-4A92-B63F-9FA7E934B268}" type="presParOf" srcId="{F908CA12-ECC8-43BD-B048-B935E26B2F59}" destId="{5E264E36-7861-473E-9FE0-AE3BCF94A446}" srcOrd="18" destOrd="0" presId="urn:microsoft.com/office/officeart/2008/layout/LinedList"/>
    <dgm:cxn modelId="{A37FCFC4-326B-4163-A089-BE0813F128D0}" type="presParOf" srcId="{F908CA12-ECC8-43BD-B048-B935E26B2F59}" destId="{A518F8A1-4B78-4A79-972A-C0E29D074266}" srcOrd="19" destOrd="0" presId="urn:microsoft.com/office/officeart/2008/layout/LinedList"/>
    <dgm:cxn modelId="{41F0C148-DAB5-4BFA-B249-C55362031CA6}" type="presParOf" srcId="{A518F8A1-4B78-4A79-972A-C0E29D074266}" destId="{3A575238-83CC-440B-BE58-5290EBEA25E4}" srcOrd="0" destOrd="0" presId="urn:microsoft.com/office/officeart/2008/layout/LinedList"/>
    <dgm:cxn modelId="{F335FD77-3AEE-4AAB-9E0E-84218C0367AC}" type="presParOf" srcId="{A518F8A1-4B78-4A79-972A-C0E29D074266}" destId="{A2D2AEE8-71CD-42FE-96DD-D3BEEEDCB87A}" srcOrd="1" destOrd="0" presId="urn:microsoft.com/office/officeart/2008/layout/LinedList"/>
    <dgm:cxn modelId="{186C1377-9797-430A-84B5-90D381FEBB23}" type="presParOf" srcId="{F908CA12-ECC8-43BD-B048-B935E26B2F59}" destId="{3E22EBC6-2184-4D20-B618-11D46926C68A}" srcOrd="20" destOrd="0" presId="urn:microsoft.com/office/officeart/2008/layout/LinedList"/>
    <dgm:cxn modelId="{4D784D7D-A2CE-4318-B385-6A835FCD0947}" type="presParOf" srcId="{F908CA12-ECC8-43BD-B048-B935E26B2F59}" destId="{D4D012B4-2DC0-472F-857B-EE80D1276642}" srcOrd="21" destOrd="0" presId="urn:microsoft.com/office/officeart/2008/layout/LinedList"/>
    <dgm:cxn modelId="{E3F0D7CE-E817-4784-B486-FC44CD521D38}" type="presParOf" srcId="{D4D012B4-2DC0-472F-857B-EE80D1276642}" destId="{BD242F8D-0B96-4F93-B07E-1D376003AEB5}" srcOrd="0" destOrd="0" presId="urn:microsoft.com/office/officeart/2008/layout/LinedList"/>
    <dgm:cxn modelId="{9702DF04-517D-42C8-96DA-E3B9C12B67E9}" type="presParOf" srcId="{D4D012B4-2DC0-472F-857B-EE80D1276642}" destId="{820F1B4E-CDA8-4AAC-84F1-765CE531EFCA}" srcOrd="1" destOrd="0" presId="urn:microsoft.com/office/officeart/2008/layout/LinedList"/>
    <dgm:cxn modelId="{F0B2EA51-F7A4-4FDE-A5E7-03E2CAEDD47E}" type="presParOf" srcId="{F908CA12-ECC8-43BD-B048-B935E26B2F59}" destId="{772E275C-22ED-45D4-9F83-CFE181AD7CB8}" srcOrd="22" destOrd="0" presId="urn:microsoft.com/office/officeart/2008/layout/LinedList"/>
    <dgm:cxn modelId="{4C099ED4-341B-49F0-9691-0BBC6BD44FBA}" type="presParOf" srcId="{F908CA12-ECC8-43BD-B048-B935E26B2F59}" destId="{C691AF3E-F240-48EE-BA4A-B0013F6875D2}" srcOrd="23" destOrd="0" presId="urn:microsoft.com/office/officeart/2008/layout/LinedList"/>
    <dgm:cxn modelId="{94A81C7A-CC10-4D5F-B4C4-BC3509AB0E84}" type="presParOf" srcId="{C691AF3E-F240-48EE-BA4A-B0013F6875D2}" destId="{C4141668-91A4-450F-8AB1-0D767F6AAAE2}" srcOrd="0" destOrd="0" presId="urn:microsoft.com/office/officeart/2008/layout/LinedList"/>
    <dgm:cxn modelId="{977BD71F-59BA-4ABF-A19E-5770F15892D5}" type="presParOf" srcId="{C691AF3E-F240-48EE-BA4A-B0013F6875D2}" destId="{32439C62-60C5-424E-817C-7D97DBFEA7BD}" srcOrd="1" destOrd="0" presId="urn:microsoft.com/office/officeart/2008/layout/LinedList"/>
    <dgm:cxn modelId="{D4B0F030-216A-4FAB-834B-2511573BADD5}" type="presParOf" srcId="{F908CA12-ECC8-43BD-B048-B935E26B2F59}" destId="{EB1D9F93-86DB-4176-A8AF-9ABEE15F8D32}" srcOrd="24" destOrd="0" presId="urn:microsoft.com/office/officeart/2008/layout/LinedList"/>
    <dgm:cxn modelId="{8E0D76EF-A440-4625-B22E-180DAF040937}" type="presParOf" srcId="{F908CA12-ECC8-43BD-B048-B935E26B2F59}" destId="{C0D68B6C-DBC0-401B-B48B-7065B75125EE}" srcOrd="25" destOrd="0" presId="urn:microsoft.com/office/officeart/2008/layout/LinedList"/>
    <dgm:cxn modelId="{534F3CAD-CB48-460A-A297-6125492FCBC4}" type="presParOf" srcId="{C0D68B6C-DBC0-401B-B48B-7065B75125EE}" destId="{68E6F375-648D-4E5A-8CEA-1D43207A1563}" srcOrd="0" destOrd="0" presId="urn:microsoft.com/office/officeart/2008/layout/LinedList"/>
    <dgm:cxn modelId="{D24B22C0-E4F4-49FD-9029-A6AEC669410A}" type="presParOf" srcId="{C0D68B6C-DBC0-401B-B48B-7065B75125EE}" destId="{01322DB4-8BFB-4852-A07A-7FADDEC4476B}" srcOrd="1" destOrd="0" presId="urn:microsoft.com/office/officeart/2008/layout/LinedList"/>
    <dgm:cxn modelId="{594AAB17-26B2-4282-B9D5-53EE3F5DFA4B}" type="presParOf" srcId="{F908CA12-ECC8-43BD-B048-B935E26B2F59}" destId="{7B3A650C-F78F-4678-B4CD-3E13A90BEEB0}" srcOrd="26" destOrd="0" presId="urn:microsoft.com/office/officeart/2008/layout/LinedList"/>
    <dgm:cxn modelId="{ACBA9A0B-0095-446E-B8A8-422C9768BB68}" type="presParOf" srcId="{F908CA12-ECC8-43BD-B048-B935E26B2F59}" destId="{D2008188-F3D1-45DE-BDE9-60D582191CEE}" srcOrd="27" destOrd="0" presId="urn:microsoft.com/office/officeart/2008/layout/LinedList"/>
    <dgm:cxn modelId="{AD5E9427-6E88-42A7-BFB1-3C970ABBCF64}" type="presParOf" srcId="{D2008188-F3D1-45DE-BDE9-60D582191CEE}" destId="{A6974A80-68E6-4ECE-8E92-94FB1E1CBBEC}" srcOrd="0" destOrd="0" presId="urn:microsoft.com/office/officeart/2008/layout/LinedList"/>
    <dgm:cxn modelId="{10C0B264-CC32-4442-A908-8512A797BC37}" type="presParOf" srcId="{D2008188-F3D1-45DE-BDE9-60D582191CEE}" destId="{090AC935-3E83-4E0F-B63B-496BB48536D1}" srcOrd="1" destOrd="0" presId="urn:microsoft.com/office/officeart/2008/layout/LinedList"/>
    <dgm:cxn modelId="{727C0BE8-2C16-4B20-8AAF-7D2909B4DAF4}" type="presParOf" srcId="{F908CA12-ECC8-43BD-B048-B935E26B2F59}" destId="{D76976C0-131A-4816-A973-57AD722165C3}" srcOrd="28" destOrd="0" presId="urn:microsoft.com/office/officeart/2008/layout/LinedList"/>
    <dgm:cxn modelId="{25C06681-0FCB-4843-B480-0C2778658539}" type="presParOf" srcId="{F908CA12-ECC8-43BD-B048-B935E26B2F59}" destId="{A8F29CBD-6B8C-42A9-BDB5-F2AD6299A295}" srcOrd="29" destOrd="0" presId="urn:microsoft.com/office/officeart/2008/layout/LinedList"/>
    <dgm:cxn modelId="{2AFE989B-FA99-4AB8-B662-74B54B6A9936}" type="presParOf" srcId="{A8F29CBD-6B8C-42A9-BDB5-F2AD6299A295}" destId="{20CA897E-9FCA-42A8-815E-A73787DB302E}" srcOrd="0" destOrd="0" presId="urn:microsoft.com/office/officeart/2008/layout/LinedList"/>
    <dgm:cxn modelId="{8B9BB437-A3AD-474F-AA2A-38DBC1E5F683}" type="presParOf" srcId="{A8F29CBD-6B8C-42A9-BDB5-F2AD6299A295}" destId="{5328DE3F-49D4-44DA-86E5-D2373FF9910D}" srcOrd="1" destOrd="0" presId="urn:microsoft.com/office/officeart/2008/layout/LinedList"/>
    <dgm:cxn modelId="{FF9FB5BC-6157-47C8-97B7-19D06E860F6D}" type="presParOf" srcId="{F908CA12-ECC8-43BD-B048-B935E26B2F59}" destId="{D0E7AF64-FAD1-481D-A0C0-AAFFDD4BF628}" srcOrd="30" destOrd="0" presId="urn:microsoft.com/office/officeart/2008/layout/LinedList"/>
    <dgm:cxn modelId="{616D6F30-FD25-4AA8-BF53-14A228717422}" type="presParOf" srcId="{F908CA12-ECC8-43BD-B048-B935E26B2F59}" destId="{B7232890-0EA7-4BA2-A8CB-2B408980E417}" srcOrd="31" destOrd="0" presId="urn:microsoft.com/office/officeart/2008/layout/LinedList"/>
    <dgm:cxn modelId="{BB468EBF-28BC-4E44-881E-795FC979C99C}" type="presParOf" srcId="{B7232890-0EA7-4BA2-A8CB-2B408980E417}" destId="{ABDDDE61-E933-423E-BA01-5B457C47C42D}" srcOrd="0" destOrd="0" presId="urn:microsoft.com/office/officeart/2008/layout/LinedList"/>
    <dgm:cxn modelId="{C7769378-553D-47F9-AD38-61D090B0C5AD}" type="presParOf" srcId="{B7232890-0EA7-4BA2-A8CB-2B408980E417}" destId="{0BBDF03E-A055-4D11-8852-057CCD9ECA38}" srcOrd="1" destOrd="0" presId="urn:microsoft.com/office/officeart/2008/layout/LinedList"/>
    <dgm:cxn modelId="{0556410A-148E-4B25-8720-7B4D0A98FF4D}" type="presParOf" srcId="{F908CA12-ECC8-43BD-B048-B935E26B2F59}" destId="{2B5F995E-2567-43E6-945F-9A65487F229D}" srcOrd="32" destOrd="0" presId="urn:microsoft.com/office/officeart/2008/layout/LinedList"/>
    <dgm:cxn modelId="{7715E8B2-272A-4341-B174-5AC2E1864251}" type="presParOf" srcId="{F908CA12-ECC8-43BD-B048-B935E26B2F59}" destId="{A4A24138-96CB-434C-873B-15EDBF5887C9}" srcOrd="33" destOrd="0" presId="urn:microsoft.com/office/officeart/2008/layout/LinedList"/>
    <dgm:cxn modelId="{8AE7179C-13CB-446F-A98B-48D18A1A0AC1}" type="presParOf" srcId="{A4A24138-96CB-434C-873B-15EDBF5887C9}" destId="{A11E4D47-C2C8-4AFB-A9C5-30CB8BF31665}" srcOrd="0" destOrd="0" presId="urn:microsoft.com/office/officeart/2008/layout/LinedList"/>
    <dgm:cxn modelId="{BB61F128-7B96-4D9B-BAE7-6739650F4103}" type="presParOf" srcId="{A4A24138-96CB-434C-873B-15EDBF5887C9}" destId="{9B3F2A3D-1B01-4996-B170-E2779B9F67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65E901-5CF1-4C35-BDDF-5C415089039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8DAC99F-BD4B-4E04-B9FF-7F734356A76A}">
      <dgm:prSet/>
      <dgm:spPr/>
      <dgm:t>
        <a:bodyPr/>
        <a:lstStyle/>
        <a:p>
          <a:r>
            <a:rPr lang="en-IN" b="1"/>
            <a:t>4.1 Tools Used</a:t>
          </a:r>
          <a:endParaRPr lang="en-US"/>
        </a:p>
      </dgm:t>
    </dgm:pt>
    <dgm:pt modelId="{E740DCA6-2338-44C2-B655-0391FA4DA1D7}" type="parTrans" cxnId="{A2D2B026-2AB2-429B-ABA3-D17C703026D7}">
      <dgm:prSet/>
      <dgm:spPr/>
      <dgm:t>
        <a:bodyPr/>
        <a:lstStyle/>
        <a:p>
          <a:endParaRPr lang="en-US"/>
        </a:p>
      </dgm:t>
    </dgm:pt>
    <dgm:pt modelId="{08A98CD1-9536-4C1A-BB5C-B444150D4CAA}" type="sibTrans" cxnId="{A2D2B026-2AB2-429B-ABA3-D17C703026D7}">
      <dgm:prSet/>
      <dgm:spPr/>
      <dgm:t>
        <a:bodyPr/>
        <a:lstStyle/>
        <a:p>
          <a:endParaRPr lang="en-US"/>
        </a:p>
      </dgm:t>
    </dgm:pt>
    <dgm:pt modelId="{06B5A09F-1A98-411C-865A-067E763204E6}">
      <dgm:prSet/>
      <dgm:spPr/>
      <dgm:t>
        <a:bodyPr/>
        <a:lstStyle/>
        <a:p>
          <a:r>
            <a:rPr lang="en-IN" b="1"/>
            <a:t>Python (Pandas, NumPy)</a:t>
          </a:r>
          <a:r>
            <a:rPr lang="en-IN"/>
            <a:t> – Data cleaning, feature engineering</a:t>
          </a:r>
          <a:endParaRPr lang="en-US"/>
        </a:p>
      </dgm:t>
    </dgm:pt>
    <dgm:pt modelId="{4A0D5A7F-8A0E-4DA8-B520-A2468521085B}" type="parTrans" cxnId="{49C1E324-5CC9-4070-8910-A7B8A7DD2C48}">
      <dgm:prSet/>
      <dgm:spPr/>
      <dgm:t>
        <a:bodyPr/>
        <a:lstStyle/>
        <a:p>
          <a:endParaRPr lang="en-US"/>
        </a:p>
      </dgm:t>
    </dgm:pt>
    <dgm:pt modelId="{D5AD406C-4D3B-4F9B-9E82-C7D931CCCFBE}" type="sibTrans" cxnId="{49C1E324-5CC9-4070-8910-A7B8A7DD2C48}">
      <dgm:prSet/>
      <dgm:spPr/>
      <dgm:t>
        <a:bodyPr/>
        <a:lstStyle/>
        <a:p>
          <a:endParaRPr lang="en-US"/>
        </a:p>
      </dgm:t>
    </dgm:pt>
    <dgm:pt modelId="{D32B9F77-C26F-4AFA-96F9-65DD388AE4AB}">
      <dgm:prSet/>
      <dgm:spPr/>
      <dgm:t>
        <a:bodyPr/>
        <a:lstStyle/>
        <a:p>
          <a:r>
            <a:rPr lang="en-IN" b="1"/>
            <a:t>CSV</a:t>
          </a:r>
          <a:r>
            <a:rPr lang="en-IN"/>
            <a:t> – Data exchange format</a:t>
          </a:r>
          <a:endParaRPr lang="en-US"/>
        </a:p>
      </dgm:t>
    </dgm:pt>
    <dgm:pt modelId="{2D2E61C3-9DC3-4168-BED6-FDD986D9A74A}" type="parTrans" cxnId="{AA979239-5A1E-4000-9570-BAAFAD6DC823}">
      <dgm:prSet/>
      <dgm:spPr/>
      <dgm:t>
        <a:bodyPr/>
        <a:lstStyle/>
        <a:p>
          <a:endParaRPr lang="en-US"/>
        </a:p>
      </dgm:t>
    </dgm:pt>
    <dgm:pt modelId="{F0A05C7A-5A3A-43B6-8199-58427105CD4B}" type="sibTrans" cxnId="{AA979239-5A1E-4000-9570-BAAFAD6DC823}">
      <dgm:prSet/>
      <dgm:spPr/>
      <dgm:t>
        <a:bodyPr/>
        <a:lstStyle/>
        <a:p>
          <a:endParaRPr lang="en-US"/>
        </a:p>
      </dgm:t>
    </dgm:pt>
    <dgm:pt modelId="{2C2AFB1F-8C2A-4722-BD68-54415FF8FB96}">
      <dgm:prSet/>
      <dgm:spPr/>
      <dgm:t>
        <a:bodyPr/>
        <a:lstStyle/>
        <a:p>
          <a:r>
            <a:rPr lang="en-IN" b="1"/>
            <a:t>MySQL</a:t>
          </a:r>
          <a:r>
            <a:rPr lang="en-IN"/>
            <a:t> – Centralized data storage (single source of truth)</a:t>
          </a:r>
          <a:endParaRPr lang="en-US"/>
        </a:p>
      </dgm:t>
    </dgm:pt>
    <dgm:pt modelId="{C863B214-1762-4F49-96F3-E9D2A269953C}" type="parTrans" cxnId="{FDD7AF60-C4F5-48ED-BA44-DA64FBEA7955}">
      <dgm:prSet/>
      <dgm:spPr/>
      <dgm:t>
        <a:bodyPr/>
        <a:lstStyle/>
        <a:p>
          <a:endParaRPr lang="en-US"/>
        </a:p>
      </dgm:t>
    </dgm:pt>
    <dgm:pt modelId="{E00F50E4-A7C3-4C24-AC73-C3F56C88EEF9}" type="sibTrans" cxnId="{FDD7AF60-C4F5-48ED-BA44-DA64FBEA7955}">
      <dgm:prSet/>
      <dgm:spPr/>
      <dgm:t>
        <a:bodyPr/>
        <a:lstStyle/>
        <a:p>
          <a:endParaRPr lang="en-US"/>
        </a:p>
      </dgm:t>
    </dgm:pt>
    <dgm:pt modelId="{0A7E0D09-2748-4125-8FE8-425E62BBD4E7}">
      <dgm:prSet/>
      <dgm:spPr/>
      <dgm:t>
        <a:bodyPr/>
        <a:lstStyle/>
        <a:p>
          <a:r>
            <a:rPr lang="en-IN" b="1"/>
            <a:t>Power BI</a:t>
          </a:r>
          <a:r>
            <a:rPr lang="en-IN"/>
            <a:t> – Data modeling, visualization, and dashboarding</a:t>
          </a:r>
          <a:endParaRPr lang="en-US"/>
        </a:p>
      </dgm:t>
    </dgm:pt>
    <dgm:pt modelId="{02C37D0D-776A-419D-BFF5-D1D43C5BA2B3}" type="parTrans" cxnId="{2A71EBC4-3A95-49DA-99D6-CEB9DA3C11AE}">
      <dgm:prSet/>
      <dgm:spPr/>
      <dgm:t>
        <a:bodyPr/>
        <a:lstStyle/>
        <a:p>
          <a:endParaRPr lang="en-US"/>
        </a:p>
      </dgm:t>
    </dgm:pt>
    <dgm:pt modelId="{70184029-4917-4889-87E4-0E406E28DDFF}" type="sibTrans" cxnId="{2A71EBC4-3A95-49DA-99D6-CEB9DA3C11AE}">
      <dgm:prSet/>
      <dgm:spPr/>
      <dgm:t>
        <a:bodyPr/>
        <a:lstStyle/>
        <a:p>
          <a:endParaRPr lang="en-US"/>
        </a:p>
      </dgm:t>
    </dgm:pt>
    <dgm:pt modelId="{FBB7B272-1367-4A03-93AD-770A09022441}" type="pres">
      <dgm:prSet presAssocID="{1365E901-5CF1-4C35-BDDF-5C4150890395}" presName="root" presStyleCnt="0">
        <dgm:presLayoutVars>
          <dgm:dir/>
          <dgm:resizeHandles val="exact"/>
        </dgm:presLayoutVars>
      </dgm:prSet>
      <dgm:spPr/>
    </dgm:pt>
    <dgm:pt modelId="{56EAB671-004B-49F6-9ABF-34A83AEF2E36}" type="pres">
      <dgm:prSet presAssocID="{98DAC99F-BD4B-4E04-B9FF-7F734356A76A}" presName="compNode" presStyleCnt="0"/>
      <dgm:spPr/>
    </dgm:pt>
    <dgm:pt modelId="{2885C9C4-A1B8-40AD-85B9-F81DA9131AE9}" type="pres">
      <dgm:prSet presAssocID="{98DAC99F-BD4B-4E04-B9FF-7F734356A76A}" presName="bgRect" presStyleLbl="bgShp" presStyleIdx="0" presStyleCnt="5"/>
      <dgm:spPr/>
    </dgm:pt>
    <dgm:pt modelId="{9F833C06-554C-4105-A4DD-AC41860C9053}" type="pres">
      <dgm:prSet presAssocID="{98DAC99F-BD4B-4E04-B9FF-7F734356A7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DF33EF39-0B3D-4210-938F-6A51C2CFE2EA}" type="pres">
      <dgm:prSet presAssocID="{98DAC99F-BD4B-4E04-B9FF-7F734356A76A}" presName="spaceRect" presStyleCnt="0"/>
      <dgm:spPr/>
    </dgm:pt>
    <dgm:pt modelId="{E3BBAE90-3470-4EE8-8DDC-9846956F7D69}" type="pres">
      <dgm:prSet presAssocID="{98DAC99F-BD4B-4E04-B9FF-7F734356A76A}" presName="parTx" presStyleLbl="revTx" presStyleIdx="0" presStyleCnt="5">
        <dgm:presLayoutVars>
          <dgm:chMax val="0"/>
          <dgm:chPref val="0"/>
        </dgm:presLayoutVars>
      </dgm:prSet>
      <dgm:spPr/>
    </dgm:pt>
    <dgm:pt modelId="{8E8E51A8-0A5E-43E4-8D6C-D9C85A2DA0C0}" type="pres">
      <dgm:prSet presAssocID="{08A98CD1-9536-4C1A-BB5C-B444150D4CAA}" presName="sibTrans" presStyleCnt="0"/>
      <dgm:spPr/>
    </dgm:pt>
    <dgm:pt modelId="{874B8821-9E61-48ED-8A17-BACC02231DB3}" type="pres">
      <dgm:prSet presAssocID="{06B5A09F-1A98-411C-865A-067E763204E6}" presName="compNode" presStyleCnt="0"/>
      <dgm:spPr/>
    </dgm:pt>
    <dgm:pt modelId="{D684ACA1-F404-4B64-ACC4-A9B3FBD80C09}" type="pres">
      <dgm:prSet presAssocID="{06B5A09F-1A98-411C-865A-067E763204E6}" presName="bgRect" presStyleLbl="bgShp" presStyleIdx="1" presStyleCnt="5"/>
      <dgm:spPr/>
    </dgm:pt>
    <dgm:pt modelId="{983DE67C-E68F-4A38-9CAB-2B8B1C764202}" type="pres">
      <dgm:prSet presAssocID="{06B5A09F-1A98-411C-865A-067E763204E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nda"/>
        </a:ext>
      </dgm:extLst>
    </dgm:pt>
    <dgm:pt modelId="{5327D541-6D86-4EB4-AC18-4453E244490A}" type="pres">
      <dgm:prSet presAssocID="{06B5A09F-1A98-411C-865A-067E763204E6}" presName="spaceRect" presStyleCnt="0"/>
      <dgm:spPr/>
    </dgm:pt>
    <dgm:pt modelId="{1B0356C1-D188-4816-9E00-418C43428580}" type="pres">
      <dgm:prSet presAssocID="{06B5A09F-1A98-411C-865A-067E763204E6}" presName="parTx" presStyleLbl="revTx" presStyleIdx="1" presStyleCnt="5">
        <dgm:presLayoutVars>
          <dgm:chMax val="0"/>
          <dgm:chPref val="0"/>
        </dgm:presLayoutVars>
      </dgm:prSet>
      <dgm:spPr/>
    </dgm:pt>
    <dgm:pt modelId="{11576330-EC3D-45E0-A6EE-D6800A35CFD3}" type="pres">
      <dgm:prSet presAssocID="{D5AD406C-4D3B-4F9B-9E82-C7D931CCCFBE}" presName="sibTrans" presStyleCnt="0"/>
      <dgm:spPr/>
    </dgm:pt>
    <dgm:pt modelId="{B2902AD1-2D6A-444B-970F-4D4EB8078A34}" type="pres">
      <dgm:prSet presAssocID="{D32B9F77-C26F-4AFA-96F9-65DD388AE4AB}" presName="compNode" presStyleCnt="0"/>
      <dgm:spPr/>
    </dgm:pt>
    <dgm:pt modelId="{44F085F9-5F3F-4995-9930-E359A93DE2F7}" type="pres">
      <dgm:prSet presAssocID="{D32B9F77-C26F-4AFA-96F9-65DD388AE4AB}" presName="bgRect" presStyleLbl="bgShp" presStyleIdx="2" presStyleCnt="5"/>
      <dgm:spPr/>
    </dgm:pt>
    <dgm:pt modelId="{20139E9F-0E5D-4A09-A232-9027C2190DF9}" type="pres">
      <dgm:prSet presAssocID="{D32B9F77-C26F-4AFA-96F9-65DD388AE4A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
        </a:ext>
      </dgm:extLst>
    </dgm:pt>
    <dgm:pt modelId="{63FA30E3-5EB0-458F-A25C-8A4907421413}" type="pres">
      <dgm:prSet presAssocID="{D32B9F77-C26F-4AFA-96F9-65DD388AE4AB}" presName="spaceRect" presStyleCnt="0"/>
      <dgm:spPr/>
    </dgm:pt>
    <dgm:pt modelId="{E725C364-8706-468F-BA71-20358DE47FA1}" type="pres">
      <dgm:prSet presAssocID="{D32B9F77-C26F-4AFA-96F9-65DD388AE4AB}" presName="parTx" presStyleLbl="revTx" presStyleIdx="2" presStyleCnt="5">
        <dgm:presLayoutVars>
          <dgm:chMax val="0"/>
          <dgm:chPref val="0"/>
        </dgm:presLayoutVars>
      </dgm:prSet>
      <dgm:spPr/>
    </dgm:pt>
    <dgm:pt modelId="{DFC60FA6-0A64-41F1-877F-11FD46CFCF11}" type="pres">
      <dgm:prSet presAssocID="{F0A05C7A-5A3A-43B6-8199-58427105CD4B}" presName="sibTrans" presStyleCnt="0"/>
      <dgm:spPr/>
    </dgm:pt>
    <dgm:pt modelId="{407A1FE2-D12F-4B7B-BDDC-3C60F55C18BD}" type="pres">
      <dgm:prSet presAssocID="{2C2AFB1F-8C2A-4722-BD68-54415FF8FB96}" presName="compNode" presStyleCnt="0"/>
      <dgm:spPr/>
    </dgm:pt>
    <dgm:pt modelId="{D3DB7C0A-3C8B-4437-BE04-EB0948A08130}" type="pres">
      <dgm:prSet presAssocID="{2C2AFB1F-8C2A-4722-BD68-54415FF8FB96}" presName="bgRect" presStyleLbl="bgShp" presStyleIdx="3" presStyleCnt="5"/>
      <dgm:spPr/>
    </dgm:pt>
    <dgm:pt modelId="{2B9BBFEE-DBFA-4AD1-8C2B-83E9BE03BF52}" type="pres">
      <dgm:prSet presAssocID="{2C2AFB1F-8C2A-4722-BD68-54415FF8FB9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2BB8AF57-C71B-4E50-A3B4-4158FE2ED3A2}" type="pres">
      <dgm:prSet presAssocID="{2C2AFB1F-8C2A-4722-BD68-54415FF8FB96}" presName="spaceRect" presStyleCnt="0"/>
      <dgm:spPr/>
    </dgm:pt>
    <dgm:pt modelId="{9BFF32FF-5ED0-46DB-BA4A-3C644DA4834A}" type="pres">
      <dgm:prSet presAssocID="{2C2AFB1F-8C2A-4722-BD68-54415FF8FB96}" presName="parTx" presStyleLbl="revTx" presStyleIdx="3" presStyleCnt="5">
        <dgm:presLayoutVars>
          <dgm:chMax val="0"/>
          <dgm:chPref val="0"/>
        </dgm:presLayoutVars>
      </dgm:prSet>
      <dgm:spPr/>
    </dgm:pt>
    <dgm:pt modelId="{9DAF3173-B073-4E0A-98B1-054C32F56242}" type="pres">
      <dgm:prSet presAssocID="{E00F50E4-A7C3-4C24-AC73-C3F56C88EEF9}" presName="sibTrans" presStyleCnt="0"/>
      <dgm:spPr/>
    </dgm:pt>
    <dgm:pt modelId="{B8108C3D-1214-46A1-ADDB-5C95BA7C2F0A}" type="pres">
      <dgm:prSet presAssocID="{0A7E0D09-2748-4125-8FE8-425E62BBD4E7}" presName="compNode" presStyleCnt="0"/>
      <dgm:spPr/>
    </dgm:pt>
    <dgm:pt modelId="{4D24CCDA-7A16-4E13-9D42-CD8D9DB39454}" type="pres">
      <dgm:prSet presAssocID="{0A7E0D09-2748-4125-8FE8-425E62BBD4E7}" presName="bgRect" presStyleLbl="bgShp" presStyleIdx="4" presStyleCnt="5"/>
      <dgm:spPr/>
    </dgm:pt>
    <dgm:pt modelId="{43ED91CD-2F62-4B50-9E5A-8E42AB56A1A4}" type="pres">
      <dgm:prSet presAssocID="{0A7E0D09-2748-4125-8FE8-425E62BBD4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7310F76E-94D1-4F09-AD21-8C114064659E}" type="pres">
      <dgm:prSet presAssocID="{0A7E0D09-2748-4125-8FE8-425E62BBD4E7}" presName="spaceRect" presStyleCnt="0"/>
      <dgm:spPr/>
    </dgm:pt>
    <dgm:pt modelId="{2CBE8221-F9EC-461B-B783-7DC181AD9D21}" type="pres">
      <dgm:prSet presAssocID="{0A7E0D09-2748-4125-8FE8-425E62BBD4E7}" presName="parTx" presStyleLbl="revTx" presStyleIdx="4" presStyleCnt="5">
        <dgm:presLayoutVars>
          <dgm:chMax val="0"/>
          <dgm:chPref val="0"/>
        </dgm:presLayoutVars>
      </dgm:prSet>
      <dgm:spPr/>
    </dgm:pt>
  </dgm:ptLst>
  <dgm:cxnLst>
    <dgm:cxn modelId="{64F33D0D-4221-402A-8FB2-9E4ABBD3635C}" type="presOf" srcId="{1365E901-5CF1-4C35-BDDF-5C4150890395}" destId="{FBB7B272-1367-4A03-93AD-770A09022441}" srcOrd="0" destOrd="0" presId="urn:microsoft.com/office/officeart/2018/2/layout/IconVerticalSolidList"/>
    <dgm:cxn modelId="{934D2910-13E2-4EC4-B8C7-C1D1F9CD9BE0}" type="presOf" srcId="{2C2AFB1F-8C2A-4722-BD68-54415FF8FB96}" destId="{9BFF32FF-5ED0-46DB-BA4A-3C644DA4834A}" srcOrd="0" destOrd="0" presId="urn:microsoft.com/office/officeart/2018/2/layout/IconVerticalSolidList"/>
    <dgm:cxn modelId="{49C1E324-5CC9-4070-8910-A7B8A7DD2C48}" srcId="{1365E901-5CF1-4C35-BDDF-5C4150890395}" destId="{06B5A09F-1A98-411C-865A-067E763204E6}" srcOrd="1" destOrd="0" parTransId="{4A0D5A7F-8A0E-4DA8-B520-A2468521085B}" sibTransId="{D5AD406C-4D3B-4F9B-9E82-C7D931CCCFBE}"/>
    <dgm:cxn modelId="{A2D2B026-2AB2-429B-ABA3-D17C703026D7}" srcId="{1365E901-5CF1-4C35-BDDF-5C4150890395}" destId="{98DAC99F-BD4B-4E04-B9FF-7F734356A76A}" srcOrd="0" destOrd="0" parTransId="{E740DCA6-2338-44C2-B655-0391FA4DA1D7}" sibTransId="{08A98CD1-9536-4C1A-BB5C-B444150D4CAA}"/>
    <dgm:cxn modelId="{AA979239-5A1E-4000-9570-BAAFAD6DC823}" srcId="{1365E901-5CF1-4C35-BDDF-5C4150890395}" destId="{D32B9F77-C26F-4AFA-96F9-65DD388AE4AB}" srcOrd="2" destOrd="0" parTransId="{2D2E61C3-9DC3-4168-BED6-FDD986D9A74A}" sibTransId="{F0A05C7A-5A3A-43B6-8199-58427105CD4B}"/>
    <dgm:cxn modelId="{FDD7AF60-C4F5-48ED-BA44-DA64FBEA7955}" srcId="{1365E901-5CF1-4C35-BDDF-5C4150890395}" destId="{2C2AFB1F-8C2A-4722-BD68-54415FF8FB96}" srcOrd="3" destOrd="0" parTransId="{C863B214-1762-4F49-96F3-E9D2A269953C}" sibTransId="{E00F50E4-A7C3-4C24-AC73-C3F56C88EEF9}"/>
    <dgm:cxn modelId="{EDF49496-C4DD-49E0-9138-1E504114C040}" type="presOf" srcId="{98DAC99F-BD4B-4E04-B9FF-7F734356A76A}" destId="{E3BBAE90-3470-4EE8-8DDC-9846956F7D69}" srcOrd="0" destOrd="0" presId="urn:microsoft.com/office/officeart/2018/2/layout/IconVerticalSolidList"/>
    <dgm:cxn modelId="{0B78D0B5-C452-4E65-BB67-1776854BC186}" type="presOf" srcId="{06B5A09F-1A98-411C-865A-067E763204E6}" destId="{1B0356C1-D188-4816-9E00-418C43428580}" srcOrd="0" destOrd="0" presId="urn:microsoft.com/office/officeart/2018/2/layout/IconVerticalSolidList"/>
    <dgm:cxn modelId="{3D6201C3-4C0F-4FC3-845E-97E2C2190480}" type="presOf" srcId="{0A7E0D09-2748-4125-8FE8-425E62BBD4E7}" destId="{2CBE8221-F9EC-461B-B783-7DC181AD9D21}" srcOrd="0" destOrd="0" presId="urn:microsoft.com/office/officeart/2018/2/layout/IconVerticalSolidList"/>
    <dgm:cxn modelId="{2A71EBC4-3A95-49DA-99D6-CEB9DA3C11AE}" srcId="{1365E901-5CF1-4C35-BDDF-5C4150890395}" destId="{0A7E0D09-2748-4125-8FE8-425E62BBD4E7}" srcOrd="4" destOrd="0" parTransId="{02C37D0D-776A-419D-BFF5-D1D43C5BA2B3}" sibTransId="{70184029-4917-4889-87E4-0E406E28DDFF}"/>
    <dgm:cxn modelId="{B1A49AD3-5CEC-49CA-BD88-635C1FB2BFDF}" type="presOf" srcId="{D32B9F77-C26F-4AFA-96F9-65DD388AE4AB}" destId="{E725C364-8706-468F-BA71-20358DE47FA1}" srcOrd="0" destOrd="0" presId="urn:microsoft.com/office/officeart/2018/2/layout/IconVerticalSolidList"/>
    <dgm:cxn modelId="{9DC5C53B-9102-440E-95FA-7A72D4FFFFFF}" type="presParOf" srcId="{FBB7B272-1367-4A03-93AD-770A09022441}" destId="{56EAB671-004B-49F6-9ABF-34A83AEF2E36}" srcOrd="0" destOrd="0" presId="urn:microsoft.com/office/officeart/2018/2/layout/IconVerticalSolidList"/>
    <dgm:cxn modelId="{DBAE551F-FC6F-424D-B6FC-5538C8D053E8}" type="presParOf" srcId="{56EAB671-004B-49F6-9ABF-34A83AEF2E36}" destId="{2885C9C4-A1B8-40AD-85B9-F81DA9131AE9}" srcOrd="0" destOrd="0" presId="urn:microsoft.com/office/officeart/2018/2/layout/IconVerticalSolidList"/>
    <dgm:cxn modelId="{9A5B633E-F4FC-45DE-B1CC-D64AD809942E}" type="presParOf" srcId="{56EAB671-004B-49F6-9ABF-34A83AEF2E36}" destId="{9F833C06-554C-4105-A4DD-AC41860C9053}" srcOrd="1" destOrd="0" presId="urn:microsoft.com/office/officeart/2018/2/layout/IconVerticalSolidList"/>
    <dgm:cxn modelId="{B3A934DF-69BC-4FC0-9ECE-4F3788A38378}" type="presParOf" srcId="{56EAB671-004B-49F6-9ABF-34A83AEF2E36}" destId="{DF33EF39-0B3D-4210-938F-6A51C2CFE2EA}" srcOrd="2" destOrd="0" presId="urn:microsoft.com/office/officeart/2018/2/layout/IconVerticalSolidList"/>
    <dgm:cxn modelId="{699E56CC-D96D-4B26-8679-02C8BCC9A4AD}" type="presParOf" srcId="{56EAB671-004B-49F6-9ABF-34A83AEF2E36}" destId="{E3BBAE90-3470-4EE8-8DDC-9846956F7D69}" srcOrd="3" destOrd="0" presId="urn:microsoft.com/office/officeart/2018/2/layout/IconVerticalSolidList"/>
    <dgm:cxn modelId="{E9706BAC-A125-4437-8836-3F7AD55A289F}" type="presParOf" srcId="{FBB7B272-1367-4A03-93AD-770A09022441}" destId="{8E8E51A8-0A5E-43E4-8D6C-D9C85A2DA0C0}" srcOrd="1" destOrd="0" presId="urn:microsoft.com/office/officeart/2018/2/layout/IconVerticalSolidList"/>
    <dgm:cxn modelId="{B073B780-3BB7-4B3C-B4E1-031B88AB0B64}" type="presParOf" srcId="{FBB7B272-1367-4A03-93AD-770A09022441}" destId="{874B8821-9E61-48ED-8A17-BACC02231DB3}" srcOrd="2" destOrd="0" presId="urn:microsoft.com/office/officeart/2018/2/layout/IconVerticalSolidList"/>
    <dgm:cxn modelId="{FE093EF7-E4D2-485D-8A2F-C3CB74957F9B}" type="presParOf" srcId="{874B8821-9E61-48ED-8A17-BACC02231DB3}" destId="{D684ACA1-F404-4B64-ACC4-A9B3FBD80C09}" srcOrd="0" destOrd="0" presId="urn:microsoft.com/office/officeart/2018/2/layout/IconVerticalSolidList"/>
    <dgm:cxn modelId="{63050EAA-BF65-4330-BCFA-6E97355C0FBA}" type="presParOf" srcId="{874B8821-9E61-48ED-8A17-BACC02231DB3}" destId="{983DE67C-E68F-4A38-9CAB-2B8B1C764202}" srcOrd="1" destOrd="0" presId="urn:microsoft.com/office/officeart/2018/2/layout/IconVerticalSolidList"/>
    <dgm:cxn modelId="{D104327E-7B25-4E86-9022-951FC98A5B1D}" type="presParOf" srcId="{874B8821-9E61-48ED-8A17-BACC02231DB3}" destId="{5327D541-6D86-4EB4-AC18-4453E244490A}" srcOrd="2" destOrd="0" presId="urn:microsoft.com/office/officeart/2018/2/layout/IconVerticalSolidList"/>
    <dgm:cxn modelId="{8B57C2D9-9298-4DC2-A21B-2C87F8421CD3}" type="presParOf" srcId="{874B8821-9E61-48ED-8A17-BACC02231DB3}" destId="{1B0356C1-D188-4816-9E00-418C43428580}" srcOrd="3" destOrd="0" presId="urn:microsoft.com/office/officeart/2018/2/layout/IconVerticalSolidList"/>
    <dgm:cxn modelId="{04D15BA2-82C9-4D24-909B-82F2B853597E}" type="presParOf" srcId="{FBB7B272-1367-4A03-93AD-770A09022441}" destId="{11576330-EC3D-45E0-A6EE-D6800A35CFD3}" srcOrd="3" destOrd="0" presId="urn:microsoft.com/office/officeart/2018/2/layout/IconVerticalSolidList"/>
    <dgm:cxn modelId="{0BCA3071-9872-4940-BB69-FEE1486A4543}" type="presParOf" srcId="{FBB7B272-1367-4A03-93AD-770A09022441}" destId="{B2902AD1-2D6A-444B-970F-4D4EB8078A34}" srcOrd="4" destOrd="0" presId="urn:microsoft.com/office/officeart/2018/2/layout/IconVerticalSolidList"/>
    <dgm:cxn modelId="{76399A99-CD26-4475-ABB2-882DDF339CE4}" type="presParOf" srcId="{B2902AD1-2D6A-444B-970F-4D4EB8078A34}" destId="{44F085F9-5F3F-4995-9930-E359A93DE2F7}" srcOrd="0" destOrd="0" presId="urn:microsoft.com/office/officeart/2018/2/layout/IconVerticalSolidList"/>
    <dgm:cxn modelId="{E19D0144-8C46-4CE6-8754-5CBA6FE3DF86}" type="presParOf" srcId="{B2902AD1-2D6A-444B-970F-4D4EB8078A34}" destId="{20139E9F-0E5D-4A09-A232-9027C2190DF9}" srcOrd="1" destOrd="0" presId="urn:microsoft.com/office/officeart/2018/2/layout/IconVerticalSolidList"/>
    <dgm:cxn modelId="{F6BB76E7-BCC8-4DD3-9EF9-9BAA861A4CD7}" type="presParOf" srcId="{B2902AD1-2D6A-444B-970F-4D4EB8078A34}" destId="{63FA30E3-5EB0-458F-A25C-8A4907421413}" srcOrd="2" destOrd="0" presId="urn:microsoft.com/office/officeart/2018/2/layout/IconVerticalSolidList"/>
    <dgm:cxn modelId="{70B7350F-2C2C-4B8C-B450-C358D3D0D44C}" type="presParOf" srcId="{B2902AD1-2D6A-444B-970F-4D4EB8078A34}" destId="{E725C364-8706-468F-BA71-20358DE47FA1}" srcOrd="3" destOrd="0" presId="urn:microsoft.com/office/officeart/2018/2/layout/IconVerticalSolidList"/>
    <dgm:cxn modelId="{82EA0150-1E2C-4619-98B5-E17A2B7E1676}" type="presParOf" srcId="{FBB7B272-1367-4A03-93AD-770A09022441}" destId="{DFC60FA6-0A64-41F1-877F-11FD46CFCF11}" srcOrd="5" destOrd="0" presId="urn:microsoft.com/office/officeart/2018/2/layout/IconVerticalSolidList"/>
    <dgm:cxn modelId="{09416C42-FF4F-4057-916A-BCE3E8DD79BD}" type="presParOf" srcId="{FBB7B272-1367-4A03-93AD-770A09022441}" destId="{407A1FE2-D12F-4B7B-BDDC-3C60F55C18BD}" srcOrd="6" destOrd="0" presId="urn:microsoft.com/office/officeart/2018/2/layout/IconVerticalSolidList"/>
    <dgm:cxn modelId="{8677D042-BA62-43ED-8CAE-77B42B04FF19}" type="presParOf" srcId="{407A1FE2-D12F-4B7B-BDDC-3C60F55C18BD}" destId="{D3DB7C0A-3C8B-4437-BE04-EB0948A08130}" srcOrd="0" destOrd="0" presId="urn:microsoft.com/office/officeart/2018/2/layout/IconVerticalSolidList"/>
    <dgm:cxn modelId="{55EE9298-0D29-4C1E-9A09-749EAFA891FE}" type="presParOf" srcId="{407A1FE2-D12F-4B7B-BDDC-3C60F55C18BD}" destId="{2B9BBFEE-DBFA-4AD1-8C2B-83E9BE03BF52}" srcOrd="1" destOrd="0" presId="urn:microsoft.com/office/officeart/2018/2/layout/IconVerticalSolidList"/>
    <dgm:cxn modelId="{BE907056-03FC-477B-AE0D-E4954F31B49C}" type="presParOf" srcId="{407A1FE2-D12F-4B7B-BDDC-3C60F55C18BD}" destId="{2BB8AF57-C71B-4E50-A3B4-4158FE2ED3A2}" srcOrd="2" destOrd="0" presId="urn:microsoft.com/office/officeart/2018/2/layout/IconVerticalSolidList"/>
    <dgm:cxn modelId="{6B7BBE0A-8253-40EE-A1B1-37C6C3B697B8}" type="presParOf" srcId="{407A1FE2-D12F-4B7B-BDDC-3C60F55C18BD}" destId="{9BFF32FF-5ED0-46DB-BA4A-3C644DA4834A}" srcOrd="3" destOrd="0" presId="urn:microsoft.com/office/officeart/2018/2/layout/IconVerticalSolidList"/>
    <dgm:cxn modelId="{6530B5F3-5E71-4DCC-B49D-43E4EEED2E11}" type="presParOf" srcId="{FBB7B272-1367-4A03-93AD-770A09022441}" destId="{9DAF3173-B073-4E0A-98B1-054C32F56242}" srcOrd="7" destOrd="0" presId="urn:microsoft.com/office/officeart/2018/2/layout/IconVerticalSolidList"/>
    <dgm:cxn modelId="{2E4C619C-D4A2-45C0-9F4F-2189BBF0C87B}" type="presParOf" srcId="{FBB7B272-1367-4A03-93AD-770A09022441}" destId="{B8108C3D-1214-46A1-ADDB-5C95BA7C2F0A}" srcOrd="8" destOrd="0" presId="urn:microsoft.com/office/officeart/2018/2/layout/IconVerticalSolidList"/>
    <dgm:cxn modelId="{62E565C9-C121-4B1C-8521-E248DA0DE9F7}" type="presParOf" srcId="{B8108C3D-1214-46A1-ADDB-5C95BA7C2F0A}" destId="{4D24CCDA-7A16-4E13-9D42-CD8D9DB39454}" srcOrd="0" destOrd="0" presId="urn:microsoft.com/office/officeart/2018/2/layout/IconVerticalSolidList"/>
    <dgm:cxn modelId="{4939D4B5-9B70-469A-B7F9-EAB36E4643C8}" type="presParOf" srcId="{B8108C3D-1214-46A1-ADDB-5C95BA7C2F0A}" destId="{43ED91CD-2F62-4B50-9E5A-8E42AB56A1A4}" srcOrd="1" destOrd="0" presId="urn:microsoft.com/office/officeart/2018/2/layout/IconVerticalSolidList"/>
    <dgm:cxn modelId="{A9F27454-2993-4D4B-B6B6-A17C4F39544C}" type="presParOf" srcId="{B8108C3D-1214-46A1-ADDB-5C95BA7C2F0A}" destId="{7310F76E-94D1-4F09-AD21-8C114064659E}" srcOrd="2" destOrd="0" presId="urn:microsoft.com/office/officeart/2018/2/layout/IconVerticalSolidList"/>
    <dgm:cxn modelId="{B4203673-CFDC-4648-AC28-341884D58098}" type="presParOf" srcId="{B8108C3D-1214-46A1-ADDB-5C95BA7C2F0A}" destId="{2CBE8221-F9EC-461B-B783-7DC181AD9D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8D687B-6E4B-4205-A247-98445104C020}"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B6884366-10D5-4D59-98EA-6894F53BAB11}">
      <dgm:prSet/>
      <dgm:spPr/>
      <dgm:t>
        <a:bodyPr/>
        <a:lstStyle/>
        <a:p>
          <a:r>
            <a:rPr lang="en-IN" b="1"/>
            <a:t>5.1 Missing Value Analysis</a:t>
          </a:r>
          <a:endParaRPr lang="en-US"/>
        </a:p>
      </dgm:t>
    </dgm:pt>
    <dgm:pt modelId="{889F2D2C-E7B6-49C5-891B-6AF7AB7A8B4E}" type="parTrans" cxnId="{307E6AF2-1D95-4A06-ADBC-4ED9D321533F}">
      <dgm:prSet/>
      <dgm:spPr/>
      <dgm:t>
        <a:bodyPr/>
        <a:lstStyle/>
        <a:p>
          <a:endParaRPr lang="en-US"/>
        </a:p>
      </dgm:t>
    </dgm:pt>
    <dgm:pt modelId="{EA34A8CE-B0E2-4BC9-99E4-05BB280CA313}" type="sibTrans" cxnId="{307E6AF2-1D95-4A06-ADBC-4ED9D321533F}">
      <dgm:prSet/>
      <dgm:spPr/>
      <dgm:t>
        <a:bodyPr/>
        <a:lstStyle/>
        <a:p>
          <a:endParaRPr lang="en-US"/>
        </a:p>
      </dgm:t>
    </dgm:pt>
    <dgm:pt modelId="{B59A721B-FF69-49CF-9D20-649FDCFB8000}">
      <dgm:prSet/>
      <dgm:spPr/>
      <dgm:t>
        <a:bodyPr/>
        <a:lstStyle/>
        <a:p>
          <a:r>
            <a:rPr lang="en-IN"/>
            <a:t>Identified missing values in DOB, DateofHire, DateofTermination</a:t>
          </a:r>
          <a:endParaRPr lang="en-US"/>
        </a:p>
      </dgm:t>
    </dgm:pt>
    <dgm:pt modelId="{2071039D-855F-4245-BE87-E097541D656B}" type="parTrans" cxnId="{28CE24FC-FC19-4075-851C-3B947773149A}">
      <dgm:prSet/>
      <dgm:spPr/>
      <dgm:t>
        <a:bodyPr/>
        <a:lstStyle/>
        <a:p>
          <a:endParaRPr lang="en-US"/>
        </a:p>
      </dgm:t>
    </dgm:pt>
    <dgm:pt modelId="{2D484C4C-4471-4733-8C6B-37BB79C607DC}" type="sibTrans" cxnId="{28CE24FC-FC19-4075-851C-3B947773149A}">
      <dgm:prSet/>
      <dgm:spPr/>
      <dgm:t>
        <a:bodyPr/>
        <a:lstStyle/>
        <a:p>
          <a:endParaRPr lang="en-US"/>
        </a:p>
      </dgm:t>
    </dgm:pt>
    <dgm:pt modelId="{8325D990-5B2E-4388-B239-D7E9E54E631B}">
      <dgm:prSet/>
      <dgm:spPr/>
      <dgm:t>
        <a:bodyPr/>
        <a:lstStyle/>
        <a:p>
          <a:r>
            <a:rPr lang="en-IN"/>
            <a:t>Derived fields such as </a:t>
          </a:r>
          <a:r>
            <a:rPr lang="en-IN" b="1"/>
            <a:t>Age</a:t>
          </a:r>
          <a:r>
            <a:rPr lang="en-IN"/>
            <a:t> and </a:t>
          </a:r>
          <a:r>
            <a:rPr lang="en-IN" b="1"/>
            <a:t>Tenure_Years</a:t>
          </a:r>
          <a:r>
            <a:rPr lang="en-IN"/>
            <a:t> naturally contained nulls where source dates were missing</a:t>
          </a:r>
          <a:endParaRPr lang="en-US"/>
        </a:p>
      </dgm:t>
    </dgm:pt>
    <dgm:pt modelId="{237F06B7-7C6C-4001-87EC-CA198D663036}" type="parTrans" cxnId="{7C23F86C-7034-4FC5-86A0-5FA3B5B7814B}">
      <dgm:prSet/>
      <dgm:spPr/>
      <dgm:t>
        <a:bodyPr/>
        <a:lstStyle/>
        <a:p>
          <a:endParaRPr lang="en-US"/>
        </a:p>
      </dgm:t>
    </dgm:pt>
    <dgm:pt modelId="{03FF11BD-B138-4D98-9694-55FAAFD727B5}" type="sibTrans" cxnId="{7C23F86C-7034-4FC5-86A0-5FA3B5B7814B}">
      <dgm:prSet/>
      <dgm:spPr/>
      <dgm:t>
        <a:bodyPr/>
        <a:lstStyle/>
        <a:p>
          <a:endParaRPr lang="en-US"/>
        </a:p>
      </dgm:t>
    </dgm:pt>
    <dgm:pt modelId="{23577409-A45E-4CA3-9BFB-DED860C4953C}">
      <dgm:prSet/>
      <dgm:spPr/>
      <dgm:t>
        <a:bodyPr/>
        <a:lstStyle/>
        <a:p>
          <a:r>
            <a:rPr lang="en-IN"/>
            <a:t>Nulls were intentionally preserved to avoid creating artificial data</a:t>
          </a:r>
          <a:endParaRPr lang="en-US"/>
        </a:p>
      </dgm:t>
    </dgm:pt>
    <dgm:pt modelId="{E3C5BA13-2057-45E4-91E9-1A759123260C}" type="parTrans" cxnId="{55E6C776-9FCD-4074-AFBC-C7B290379A99}">
      <dgm:prSet/>
      <dgm:spPr/>
      <dgm:t>
        <a:bodyPr/>
        <a:lstStyle/>
        <a:p>
          <a:endParaRPr lang="en-US"/>
        </a:p>
      </dgm:t>
    </dgm:pt>
    <dgm:pt modelId="{DD9A2BB5-EB60-4C7E-B036-FAACA2523690}" type="sibTrans" cxnId="{55E6C776-9FCD-4074-AFBC-C7B290379A99}">
      <dgm:prSet/>
      <dgm:spPr/>
      <dgm:t>
        <a:bodyPr/>
        <a:lstStyle/>
        <a:p>
          <a:endParaRPr lang="en-US"/>
        </a:p>
      </dgm:t>
    </dgm:pt>
    <dgm:pt modelId="{0631EC71-726D-430E-B0AE-27CA35BB9138}" type="pres">
      <dgm:prSet presAssocID="{8F8D687B-6E4B-4205-A247-98445104C020}" presName="matrix" presStyleCnt="0">
        <dgm:presLayoutVars>
          <dgm:chMax val="1"/>
          <dgm:dir/>
          <dgm:resizeHandles val="exact"/>
        </dgm:presLayoutVars>
      </dgm:prSet>
      <dgm:spPr/>
    </dgm:pt>
    <dgm:pt modelId="{FDF0B220-0EFC-41D9-972C-E0D0D50B2675}" type="pres">
      <dgm:prSet presAssocID="{8F8D687B-6E4B-4205-A247-98445104C020}" presName="diamond" presStyleLbl="bgShp" presStyleIdx="0" presStyleCnt="1"/>
      <dgm:spPr/>
    </dgm:pt>
    <dgm:pt modelId="{D3F4C0EE-72D5-4BB2-82EC-83A0D59BDF96}" type="pres">
      <dgm:prSet presAssocID="{8F8D687B-6E4B-4205-A247-98445104C020}" presName="quad1" presStyleLbl="node1" presStyleIdx="0" presStyleCnt="4">
        <dgm:presLayoutVars>
          <dgm:chMax val="0"/>
          <dgm:chPref val="0"/>
          <dgm:bulletEnabled val="1"/>
        </dgm:presLayoutVars>
      </dgm:prSet>
      <dgm:spPr/>
    </dgm:pt>
    <dgm:pt modelId="{A30C9F69-CCE6-48B0-8867-BED9614B2BC6}" type="pres">
      <dgm:prSet presAssocID="{8F8D687B-6E4B-4205-A247-98445104C020}" presName="quad2" presStyleLbl="node1" presStyleIdx="1" presStyleCnt="4">
        <dgm:presLayoutVars>
          <dgm:chMax val="0"/>
          <dgm:chPref val="0"/>
          <dgm:bulletEnabled val="1"/>
        </dgm:presLayoutVars>
      </dgm:prSet>
      <dgm:spPr/>
    </dgm:pt>
    <dgm:pt modelId="{67FF6290-D756-4725-9E71-2FE46117E43C}" type="pres">
      <dgm:prSet presAssocID="{8F8D687B-6E4B-4205-A247-98445104C020}" presName="quad3" presStyleLbl="node1" presStyleIdx="2" presStyleCnt="4">
        <dgm:presLayoutVars>
          <dgm:chMax val="0"/>
          <dgm:chPref val="0"/>
          <dgm:bulletEnabled val="1"/>
        </dgm:presLayoutVars>
      </dgm:prSet>
      <dgm:spPr/>
    </dgm:pt>
    <dgm:pt modelId="{674A5CC7-EC6D-441D-BBD3-0CAE093FBFF8}" type="pres">
      <dgm:prSet presAssocID="{8F8D687B-6E4B-4205-A247-98445104C020}" presName="quad4" presStyleLbl="node1" presStyleIdx="3" presStyleCnt="4">
        <dgm:presLayoutVars>
          <dgm:chMax val="0"/>
          <dgm:chPref val="0"/>
          <dgm:bulletEnabled val="1"/>
        </dgm:presLayoutVars>
      </dgm:prSet>
      <dgm:spPr/>
    </dgm:pt>
  </dgm:ptLst>
  <dgm:cxnLst>
    <dgm:cxn modelId="{4051F905-E6E4-4F00-9046-18C76CF658D8}" type="presOf" srcId="{B6884366-10D5-4D59-98EA-6894F53BAB11}" destId="{D3F4C0EE-72D5-4BB2-82EC-83A0D59BDF96}" srcOrd="0" destOrd="0" presId="urn:microsoft.com/office/officeart/2005/8/layout/matrix3"/>
    <dgm:cxn modelId="{F5865425-8C4C-4FD2-8197-3594D648AB4C}" type="presOf" srcId="{23577409-A45E-4CA3-9BFB-DED860C4953C}" destId="{674A5CC7-EC6D-441D-BBD3-0CAE093FBFF8}" srcOrd="0" destOrd="0" presId="urn:microsoft.com/office/officeart/2005/8/layout/matrix3"/>
    <dgm:cxn modelId="{A2A8FD2E-C937-421A-8986-20098CA2C8B1}" type="presOf" srcId="{8325D990-5B2E-4388-B239-D7E9E54E631B}" destId="{67FF6290-D756-4725-9E71-2FE46117E43C}" srcOrd="0" destOrd="0" presId="urn:microsoft.com/office/officeart/2005/8/layout/matrix3"/>
    <dgm:cxn modelId="{EB91BC30-7DD5-441B-900B-3780828E9412}" type="presOf" srcId="{B59A721B-FF69-49CF-9D20-649FDCFB8000}" destId="{A30C9F69-CCE6-48B0-8867-BED9614B2BC6}" srcOrd="0" destOrd="0" presId="urn:microsoft.com/office/officeart/2005/8/layout/matrix3"/>
    <dgm:cxn modelId="{C613BB4B-5506-495C-8181-D75549AF00B7}" type="presOf" srcId="{8F8D687B-6E4B-4205-A247-98445104C020}" destId="{0631EC71-726D-430E-B0AE-27CA35BB9138}" srcOrd="0" destOrd="0" presId="urn:microsoft.com/office/officeart/2005/8/layout/matrix3"/>
    <dgm:cxn modelId="{7C23F86C-7034-4FC5-86A0-5FA3B5B7814B}" srcId="{8F8D687B-6E4B-4205-A247-98445104C020}" destId="{8325D990-5B2E-4388-B239-D7E9E54E631B}" srcOrd="2" destOrd="0" parTransId="{237F06B7-7C6C-4001-87EC-CA198D663036}" sibTransId="{03FF11BD-B138-4D98-9694-55FAAFD727B5}"/>
    <dgm:cxn modelId="{55E6C776-9FCD-4074-AFBC-C7B290379A99}" srcId="{8F8D687B-6E4B-4205-A247-98445104C020}" destId="{23577409-A45E-4CA3-9BFB-DED860C4953C}" srcOrd="3" destOrd="0" parTransId="{E3C5BA13-2057-45E4-91E9-1A759123260C}" sibTransId="{DD9A2BB5-EB60-4C7E-B036-FAACA2523690}"/>
    <dgm:cxn modelId="{307E6AF2-1D95-4A06-ADBC-4ED9D321533F}" srcId="{8F8D687B-6E4B-4205-A247-98445104C020}" destId="{B6884366-10D5-4D59-98EA-6894F53BAB11}" srcOrd="0" destOrd="0" parTransId="{889F2D2C-E7B6-49C5-891B-6AF7AB7A8B4E}" sibTransId="{EA34A8CE-B0E2-4BC9-99E4-05BB280CA313}"/>
    <dgm:cxn modelId="{28CE24FC-FC19-4075-851C-3B947773149A}" srcId="{8F8D687B-6E4B-4205-A247-98445104C020}" destId="{B59A721B-FF69-49CF-9D20-649FDCFB8000}" srcOrd="1" destOrd="0" parTransId="{2071039D-855F-4245-BE87-E097541D656B}" sibTransId="{2D484C4C-4471-4733-8C6B-37BB79C607DC}"/>
    <dgm:cxn modelId="{A71AEA39-4D66-42F8-8BAC-86DA10426761}" type="presParOf" srcId="{0631EC71-726D-430E-B0AE-27CA35BB9138}" destId="{FDF0B220-0EFC-41D9-972C-E0D0D50B2675}" srcOrd="0" destOrd="0" presId="urn:microsoft.com/office/officeart/2005/8/layout/matrix3"/>
    <dgm:cxn modelId="{3A90B08A-CD51-4F01-B733-5AEA45C8D53A}" type="presParOf" srcId="{0631EC71-726D-430E-B0AE-27CA35BB9138}" destId="{D3F4C0EE-72D5-4BB2-82EC-83A0D59BDF96}" srcOrd="1" destOrd="0" presId="urn:microsoft.com/office/officeart/2005/8/layout/matrix3"/>
    <dgm:cxn modelId="{3E21738B-B008-4192-8FFE-558394F7CF42}" type="presParOf" srcId="{0631EC71-726D-430E-B0AE-27CA35BB9138}" destId="{A30C9F69-CCE6-48B0-8867-BED9614B2BC6}" srcOrd="2" destOrd="0" presId="urn:microsoft.com/office/officeart/2005/8/layout/matrix3"/>
    <dgm:cxn modelId="{3D703F17-6927-4CB7-B529-7614414B4D7F}" type="presParOf" srcId="{0631EC71-726D-430E-B0AE-27CA35BB9138}" destId="{67FF6290-D756-4725-9E71-2FE46117E43C}" srcOrd="3" destOrd="0" presId="urn:microsoft.com/office/officeart/2005/8/layout/matrix3"/>
    <dgm:cxn modelId="{2419F6CE-183B-482C-9422-6465E38F6EA8}" type="presParOf" srcId="{0631EC71-726D-430E-B0AE-27CA35BB9138}" destId="{674A5CC7-EC6D-441D-BBD3-0CAE093FBFF8}"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16C2B2-9288-427E-B0CB-D717F01A1398}" type="doc">
      <dgm:prSet loTypeId="urn:microsoft.com/office/officeart/2016/7/layout/LinearBlockProcessNumbered" loCatId="process" qsTypeId="urn:microsoft.com/office/officeart/2005/8/quickstyle/simple1" qsCatId="simple" csTypeId="urn:microsoft.com/office/officeart/2005/8/colors/accent0_3" csCatId="mainScheme"/>
      <dgm:spPr/>
      <dgm:t>
        <a:bodyPr/>
        <a:lstStyle/>
        <a:p>
          <a:endParaRPr lang="en-US"/>
        </a:p>
      </dgm:t>
    </dgm:pt>
    <dgm:pt modelId="{D39A3336-AC18-4471-8DB9-3A1533AECA5C}">
      <dgm:prSet/>
      <dgm:spPr/>
      <dgm:t>
        <a:bodyPr/>
        <a:lstStyle/>
        <a:p>
          <a:r>
            <a:rPr lang="en-IN" b="1"/>
            <a:t>Age</a:t>
          </a:r>
          <a:r>
            <a:rPr lang="en-IN"/>
            <a:t> calculated from DOB</a:t>
          </a:r>
          <a:endParaRPr lang="en-US"/>
        </a:p>
      </dgm:t>
    </dgm:pt>
    <dgm:pt modelId="{39BE729A-6067-45F1-9E55-79366B028593}" type="parTrans" cxnId="{E0B0B0C2-8D1B-4C78-B7EA-94E6F6C88956}">
      <dgm:prSet/>
      <dgm:spPr/>
      <dgm:t>
        <a:bodyPr/>
        <a:lstStyle/>
        <a:p>
          <a:endParaRPr lang="en-US"/>
        </a:p>
      </dgm:t>
    </dgm:pt>
    <dgm:pt modelId="{B62DEF88-1751-4EC2-98E2-8DD3E584BE8C}" type="sibTrans" cxnId="{E0B0B0C2-8D1B-4C78-B7EA-94E6F6C88956}">
      <dgm:prSet phldrT="01" phldr="0"/>
      <dgm:spPr/>
      <dgm:t>
        <a:bodyPr/>
        <a:lstStyle/>
        <a:p>
          <a:r>
            <a:rPr lang="en-US"/>
            <a:t>01</a:t>
          </a:r>
        </a:p>
      </dgm:t>
    </dgm:pt>
    <dgm:pt modelId="{EB09ABC3-8D26-4699-A745-B84766522232}">
      <dgm:prSet/>
      <dgm:spPr/>
      <dgm:t>
        <a:bodyPr/>
        <a:lstStyle/>
        <a:p>
          <a:r>
            <a:rPr lang="en-IN" b="1"/>
            <a:t>Tenure_Years</a:t>
          </a:r>
          <a:r>
            <a:rPr lang="en-IN"/>
            <a:t> calculated from DateofHire and DateofTermination</a:t>
          </a:r>
          <a:endParaRPr lang="en-US"/>
        </a:p>
      </dgm:t>
    </dgm:pt>
    <dgm:pt modelId="{AB5FFBF2-8664-409F-A7F3-D8DFE51AAC5F}" type="parTrans" cxnId="{569E6EA7-43DE-441C-90E0-0E85417B0DAE}">
      <dgm:prSet/>
      <dgm:spPr/>
      <dgm:t>
        <a:bodyPr/>
        <a:lstStyle/>
        <a:p>
          <a:endParaRPr lang="en-US"/>
        </a:p>
      </dgm:t>
    </dgm:pt>
    <dgm:pt modelId="{765E97C6-7E01-419B-A039-3306A7C18F26}" type="sibTrans" cxnId="{569E6EA7-43DE-441C-90E0-0E85417B0DAE}">
      <dgm:prSet phldrT="02" phldr="0"/>
      <dgm:spPr/>
      <dgm:t>
        <a:bodyPr/>
        <a:lstStyle/>
        <a:p>
          <a:r>
            <a:rPr lang="en-US"/>
            <a:t>02</a:t>
          </a:r>
        </a:p>
      </dgm:t>
    </dgm:pt>
    <dgm:pt modelId="{638010B2-55F3-423E-942D-27744C88446D}">
      <dgm:prSet/>
      <dgm:spPr/>
      <dgm:t>
        <a:bodyPr/>
        <a:lstStyle/>
        <a:p>
          <a:r>
            <a:rPr lang="en-IN" b="1"/>
            <a:t>Engagement Level</a:t>
          </a:r>
          <a:r>
            <a:rPr lang="en-IN"/>
            <a:t> bucketed into Low / Medium / High</a:t>
          </a:r>
          <a:endParaRPr lang="en-US"/>
        </a:p>
      </dgm:t>
    </dgm:pt>
    <dgm:pt modelId="{BD61E903-5353-4517-BD94-97DEC45487F4}" type="parTrans" cxnId="{C3F1E6B8-83FF-459B-9AA3-3FD7FA0AFECE}">
      <dgm:prSet/>
      <dgm:spPr/>
      <dgm:t>
        <a:bodyPr/>
        <a:lstStyle/>
        <a:p>
          <a:endParaRPr lang="en-US"/>
        </a:p>
      </dgm:t>
    </dgm:pt>
    <dgm:pt modelId="{A0791B47-30C9-4779-B678-C939527D6EB7}" type="sibTrans" cxnId="{C3F1E6B8-83FF-459B-9AA3-3FD7FA0AFECE}">
      <dgm:prSet phldrT="03" phldr="0"/>
      <dgm:spPr/>
      <dgm:t>
        <a:bodyPr/>
        <a:lstStyle/>
        <a:p>
          <a:r>
            <a:rPr lang="en-US"/>
            <a:t>03</a:t>
          </a:r>
        </a:p>
      </dgm:t>
    </dgm:pt>
    <dgm:pt modelId="{35E83C7E-EFE3-44F0-BAE8-E1EDE0714DCF}">
      <dgm:prSet/>
      <dgm:spPr/>
      <dgm:t>
        <a:bodyPr/>
        <a:lstStyle/>
        <a:p>
          <a:r>
            <a:rPr lang="en-IN" b="1"/>
            <a:t>Age Group</a:t>
          </a:r>
          <a:r>
            <a:rPr lang="en-IN"/>
            <a:t> created for demographic analysis</a:t>
          </a:r>
          <a:endParaRPr lang="en-US"/>
        </a:p>
      </dgm:t>
    </dgm:pt>
    <dgm:pt modelId="{58B12118-E4EF-485C-997C-C42CFD676D50}" type="parTrans" cxnId="{CFB88DA6-194A-4045-A8D2-D9D62303778D}">
      <dgm:prSet/>
      <dgm:spPr/>
      <dgm:t>
        <a:bodyPr/>
        <a:lstStyle/>
        <a:p>
          <a:endParaRPr lang="en-US"/>
        </a:p>
      </dgm:t>
    </dgm:pt>
    <dgm:pt modelId="{E6004F84-3CE7-4D7A-8A4C-A33E7CE089F0}" type="sibTrans" cxnId="{CFB88DA6-194A-4045-A8D2-D9D62303778D}">
      <dgm:prSet phldrT="04" phldr="0"/>
      <dgm:spPr/>
      <dgm:t>
        <a:bodyPr/>
        <a:lstStyle/>
        <a:p>
          <a:r>
            <a:rPr lang="en-US"/>
            <a:t>04</a:t>
          </a:r>
        </a:p>
      </dgm:t>
    </dgm:pt>
    <dgm:pt modelId="{F24E3469-C3C5-4784-8D45-3A8BDF6611E0}" type="pres">
      <dgm:prSet presAssocID="{9816C2B2-9288-427E-B0CB-D717F01A1398}" presName="Name0" presStyleCnt="0">
        <dgm:presLayoutVars>
          <dgm:animLvl val="lvl"/>
          <dgm:resizeHandles val="exact"/>
        </dgm:presLayoutVars>
      </dgm:prSet>
      <dgm:spPr/>
    </dgm:pt>
    <dgm:pt modelId="{C3B176C3-05C2-475D-9B8C-9C7A9972836E}" type="pres">
      <dgm:prSet presAssocID="{D39A3336-AC18-4471-8DB9-3A1533AECA5C}" presName="compositeNode" presStyleCnt="0">
        <dgm:presLayoutVars>
          <dgm:bulletEnabled val="1"/>
        </dgm:presLayoutVars>
      </dgm:prSet>
      <dgm:spPr/>
    </dgm:pt>
    <dgm:pt modelId="{13089066-E149-4190-893E-1105CB113A41}" type="pres">
      <dgm:prSet presAssocID="{D39A3336-AC18-4471-8DB9-3A1533AECA5C}" presName="bgRect" presStyleLbl="alignNode1" presStyleIdx="0" presStyleCnt="4"/>
      <dgm:spPr/>
    </dgm:pt>
    <dgm:pt modelId="{6A4B4879-8CCB-40D7-9A81-13A1369A0151}" type="pres">
      <dgm:prSet presAssocID="{B62DEF88-1751-4EC2-98E2-8DD3E584BE8C}" presName="sibTransNodeRect" presStyleLbl="alignNode1" presStyleIdx="0" presStyleCnt="4">
        <dgm:presLayoutVars>
          <dgm:chMax val="0"/>
          <dgm:bulletEnabled val="1"/>
        </dgm:presLayoutVars>
      </dgm:prSet>
      <dgm:spPr/>
    </dgm:pt>
    <dgm:pt modelId="{FFFFD9D1-34F2-4302-A21F-825D051C3A3C}" type="pres">
      <dgm:prSet presAssocID="{D39A3336-AC18-4471-8DB9-3A1533AECA5C}" presName="nodeRect" presStyleLbl="alignNode1" presStyleIdx="0" presStyleCnt="4">
        <dgm:presLayoutVars>
          <dgm:bulletEnabled val="1"/>
        </dgm:presLayoutVars>
      </dgm:prSet>
      <dgm:spPr/>
    </dgm:pt>
    <dgm:pt modelId="{FA9289A8-70D5-47BE-8C51-F177006A0F4E}" type="pres">
      <dgm:prSet presAssocID="{B62DEF88-1751-4EC2-98E2-8DD3E584BE8C}" presName="sibTrans" presStyleCnt="0"/>
      <dgm:spPr/>
    </dgm:pt>
    <dgm:pt modelId="{E0577710-7993-4E6B-B226-0F998815D83E}" type="pres">
      <dgm:prSet presAssocID="{EB09ABC3-8D26-4699-A745-B84766522232}" presName="compositeNode" presStyleCnt="0">
        <dgm:presLayoutVars>
          <dgm:bulletEnabled val="1"/>
        </dgm:presLayoutVars>
      </dgm:prSet>
      <dgm:spPr/>
    </dgm:pt>
    <dgm:pt modelId="{2C101262-CD0C-4871-A5AE-135453F4FDD4}" type="pres">
      <dgm:prSet presAssocID="{EB09ABC3-8D26-4699-A745-B84766522232}" presName="bgRect" presStyleLbl="alignNode1" presStyleIdx="1" presStyleCnt="4"/>
      <dgm:spPr/>
    </dgm:pt>
    <dgm:pt modelId="{AAC1CC23-D239-4906-B967-06C215034173}" type="pres">
      <dgm:prSet presAssocID="{765E97C6-7E01-419B-A039-3306A7C18F26}" presName="sibTransNodeRect" presStyleLbl="alignNode1" presStyleIdx="1" presStyleCnt="4">
        <dgm:presLayoutVars>
          <dgm:chMax val="0"/>
          <dgm:bulletEnabled val="1"/>
        </dgm:presLayoutVars>
      </dgm:prSet>
      <dgm:spPr/>
    </dgm:pt>
    <dgm:pt modelId="{7D319F55-1069-4B24-BF1A-5D252E832C9C}" type="pres">
      <dgm:prSet presAssocID="{EB09ABC3-8D26-4699-A745-B84766522232}" presName="nodeRect" presStyleLbl="alignNode1" presStyleIdx="1" presStyleCnt="4">
        <dgm:presLayoutVars>
          <dgm:bulletEnabled val="1"/>
        </dgm:presLayoutVars>
      </dgm:prSet>
      <dgm:spPr/>
    </dgm:pt>
    <dgm:pt modelId="{56CD9B66-B7D9-44CD-9EC0-0D14D5502C98}" type="pres">
      <dgm:prSet presAssocID="{765E97C6-7E01-419B-A039-3306A7C18F26}" presName="sibTrans" presStyleCnt="0"/>
      <dgm:spPr/>
    </dgm:pt>
    <dgm:pt modelId="{E84499F1-C183-4B04-89DC-6ED0120527A6}" type="pres">
      <dgm:prSet presAssocID="{638010B2-55F3-423E-942D-27744C88446D}" presName="compositeNode" presStyleCnt="0">
        <dgm:presLayoutVars>
          <dgm:bulletEnabled val="1"/>
        </dgm:presLayoutVars>
      </dgm:prSet>
      <dgm:spPr/>
    </dgm:pt>
    <dgm:pt modelId="{AB0EF10B-5E69-4D55-81F1-C91D2F4ABC53}" type="pres">
      <dgm:prSet presAssocID="{638010B2-55F3-423E-942D-27744C88446D}" presName="bgRect" presStyleLbl="alignNode1" presStyleIdx="2" presStyleCnt="4"/>
      <dgm:spPr/>
    </dgm:pt>
    <dgm:pt modelId="{2CB8F4C8-5319-4035-B136-5D16B038ACA0}" type="pres">
      <dgm:prSet presAssocID="{A0791B47-30C9-4779-B678-C939527D6EB7}" presName="sibTransNodeRect" presStyleLbl="alignNode1" presStyleIdx="2" presStyleCnt="4">
        <dgm:presLayoutVars>
          <dgm:chMax val="0"/>
          <dgm:bulletEnabled val="1"/>
        </dgm:presLayoutVars>
      </dgm:prSet>
      <dgm:spPr/>
    </dgm:pt>
    <dgm:pt modelId="{8DC7D63C-4649-4121-BC79-97232CC31DBE}" type="pres">
      <dgm:prSet presAssocID="{638010B2-55F3-423E-942D-27744C88446D}" presName="nodeRect" presStyleLbl="alignNode1" presStyleIdx="2" presStyleCnt="4">
        <dgm:presLayoutVars>
          <dgm:bulletEnabled val="1"/>
        </dgm:presLayoutVars>
      </dgm:prSet>
      <dgm:spPr/>
    </dgm:pt>
    <dgm:pt modelId="{E2905078-0EFC-41FF-ADDC-925DACC5BA6A}" type="pres">
      <dgm:prSet presAssocID="{A0791B47-30C9-4779-B678-C939527D6EB7}" presName="sibTrans" presStyleCnt="0"/>
      <dgm:spPr/>
    </dgm:pt>
    <dgm:pt modelId="{C6FE99C8-0D5C-483F-8B7B-86564C65384F}" type="pres">
      <dgm:prSet presAssocID="{35E83C7E-EFE3-44F0-BAE8-E1EDE0714DCF}" presName="compositeNode" presStyleCnt="0">
        <dgm:presLayoutVars>
          <dgm:bulletEnabled val="1"/>
        </dgm:presLayoutVars>
      </dgm:prSet>
      <dgm:spPr/>
    </dgm:pt>
    <dgm:pt modelId="{504140EA-7516-414A-B773-261AD193583E}" type="pres">
      <dgm:prSet presAssocID="{35E83C7E-EFE3-44F0-BAE8-E1EDE0714DCF}" presName="bgRect" presStyleLbl="alignNode1" presStyleIdx="3" presStyleCnt="4"/>
      <dgm:spPr/>
    </dgm:pt>
    <dgm:pt modelId="{1E0949CF-8A2B-46FB-947F-902F4DF22DF5}" type="pres">
      <dgm:prSet presAssocID="{E6004F84-3CE7-4D7A-8A4C-A33E7CE089F0}" presName="sibTransNodeRect" presStyleLbl="alignNode1" presStyleIdx="3" presStyleCnt="4">
        <dgm:presLayoutVars>
          <dgm:chMax val="0"/>
          <dgm:bulletEnabled val="1"/>
        </dgm:presLayoutVars>
      </dgm:prSet>
      <dgm:spPr/>
    </dgm:pt>
    <dgm:pt modelId="{7276AFC9-DBCF-4B39-8352-95A90EEB0174}" type="pres">
      <dgm:prSet presAssocID="{35E83C7E-EFE3-44F0-BAE8-E1EDE0714DCF}" presName="nodeRect" presStyleLbl="alignNode1" presStyleIdx="3" presStyleCnt="4">
        <dgm:presLayoutVars>
          <dgm:bulletEnabled val="1"/>
        </dgm:presLayoutVars>
      </dgm:prSet>
      <dgm:spPr/>
    </dgm:pt>
  </dgm:ptLst>
  <dgm:cxnLst>
    <dgm:cxn modelId="{F240C305-308E-4BF1-9ECE-2315861DD033}" type="presOf" srcId="{765E97C6-7E01-419B-A039-3306A7C18F26}" destId="{AAC1CC23-D239-4906-B967-06C215034173}" srcOrd="0" destOrd="0" presId="urn:microsoft.com/office/officeart/2016/7/layout/LinearBlockProcessNumbered"/>
    <dgm:cxn modelId="{C6C2A22D-B5AA-4762-B2F0-491CC7C234C9}" type="presOf" srcId="{35E83C7E-EFE3-44F0-BAE8-E1EDE0714DCF}" destId="{504140EA-7516-414A-B773-261AD193583E}" srcOrd="0" destOrd="0" presId="urn:microsoft.com/office/officeart/2016/7/layout/LinearBlockProcessNumbered"/>
    <dgm:cxn modelId="{07C4E831-022F-4BB3-908B-BA72955C5E2D}" type="presOf" srcId="{9816C2B2-9288-427E-B0CB-D717F01A1398}" destId="{F24E3469-C3C5-4784-8D45-3A8BDF6611E0}" srcOrd="0" destOrd="0" presId="urn:microsoft.com/office/officeart/2016/7/layout/LinearBlockProcessNumbered"/>
    <dgm:cxn modelId="{C1164B61-1344-4E96-BA77-9755DF092399}" type="presOf" srcId="{D39A3336-AC18-4471-8DB9-3A1533AECA5C}" destId="{FFFFD9D1-34F2-4302-A21F-825D051C3A3C}" srcOrd="1" destOrd="0" presId="urn:microsoft.com/office/officeart/2016/7/layout/LinearBlockProcessNumbered"/>
    <dgm:cxn modelId="{DFFFE942-99BB-414C-9A79-22728185CA4B}" type="presOf" srcId="{35E83C7E-EFE3-44F0-BAE8-E1EDE0714DCF}" destId="{7276AFC9-DBCF-4B39-8352-95A90EEB0174}" srcOrd="1" destOrd="0" presId="urn:microsoft.com/office/officeart/2016/7/layout/LinearBlockProcessNumbered"/>
    <dgm:cxn modelId="{2C010D71-3F5B-4C34-BDAD-F80151A5BDBE}" type="presOf" srcId="{A0791B47-30C9-4779-B678-C939527D6EB7}" destId="{2CB8F4C8-5319-4035-B136-5D16B038ACA0}" srcOrd="0" destOrd="0" presId="urn:microsoft.com/office/officeart/2016/7/layout/LinearBlockProcessNumbered"/>
    <dgm:cxn modelId="{41059775-878A-4CEF-A2B8-41283298987C}" type="presOf" srcId="{B62DEF88-1751-4EC2-98E2-8DD3E584BE8C}" destId="{6A4B4879-8CCB-40D7-9A81-13A1369A0151}" srcOrd="0" destOrd="0" presId="urn:microsoft.com/office/officeart/2016/7/layout/LinearBlockProcessNumbered"/>
    <dgm:cxn modelId="{8D48E381-E108-4266-86C9-5587191C83B2}" type="presOf" srcId="{638010B2-55F3-423E-942D-27744C88446D}" destId="{AB0EF10B-5E69-4D55-81F1-C91D2F4ABC53}" srcOrd="0" destOrd="0" presId="urn:microsoft.com/office/officeart/2016/7/layout/LinearBlockProcessNumbered"/>
    <dgm:cxn modelId="{A387C285-3F0A-4921-B9D4-EA5B16F6B0C2}" type="presOf" srcId="{D39A3336-AC18-4471-8DB9-3A1533AECA5C}" destId="{13089066-E149-4190-893E-1105CB113A41}" srcOrd="0" destOrd="0" presId="urn:microsoft.com/office/officeart/2016/7/layout/LinearBlockProcessNumbered"/>
    <dgm:cxn modelId="{EC398A8E-531B-4614-B7A2-400AB112BCB1}" type="presOf" srcId="{638010B2-55F3-423E-942D-27744C88446D}" destId="{8DC7D63C-4649-4121-BC79-97232CC31DBE}" srcOrd="1" destOrd="0" presId="urn:microsoft.com/office/officeart/2016/7/layout/LinearBlockProcessNumbered"/>
    <dgm:cxn modelId="{CFB88DA6-194A-4045-A8D2-D9D62303778D}" srcId="{9816C2B2-9288-427E-B0CB-D717F01A1398}" destId="{35E83C7E-EFE3-44F0-BAE8-E1EDE0714DCF}" srcOrd="3" destOrd="0" parTransId="{58B12118-E4EF-485C-997C-C42CFD676D50}" sibTransId="{E6004F84-3CE7-4D7A-8A4C-A33E7CE089F0}"/>
    <dgm:cxn modelId="{569E6EA7-43DE-441C-90E0-0E85417B0DAE}" srcId="{9816C2B2-9288-427E-B0CB-D717F01A1398}" destId="{EB09ABC3-8D26-4699-A745-B84766522232}" srcOrd="1" destOrd="0" parTransId="{AB5FFBF2-8664-409F-A7F3-D8DFE51AAC5F}" sibTransId="{765E97C6-7E01-419B-A039-3306A7C18F26}"/>
    <dgm:cxn modelId="{C3F1E6B8-83FF-459B-9AA3-3FD7FA0AFECE}" srcId="{9816C2B2-9288-427E-B0CB-D717F01A1398}" destId="{638010B2-55F3-423E-942D-27744C88446D}" srcOrd="2" destOrd="0" parTransId="{BD61E903-5353-4517-BD94-97DEC45487F4}" sibTransId="{A0791B47-30C9-4779-B678-C939527D6EB7}"/>
    <dgm:cxn modelId="{378087C0-7673-480A-A499-BB47B3DFE2C0}" type="presOf" srcId="{E6004F84-3CE7-4D7A-8A4C-A33E7CE089F0}" destId="{1E0949CF-8A2B-46FB-947F-902F4DF22DF5}" srcOrd="0" destOrd="0" presId="urn:microsoft.com/office/officeart/2016/7/layout/LinearBlockProcessNumbered"/>
    <dgm:cxn modelId="{E0B0B0C2-8D1B-4C78-B7EA-94E6F6C88956}" srcId="{9816C2B2-9288-427E-B0CB-D717F01A1398}" destId="{D39A3336-AC18-4471-8DB9-3A1533AECA5C}" srcOrd="0" destOrd="0" parTransId="{39BE729A-6067-45F1-9E55-79366B028593}" sibTransId="{B62DEF88-1751-4EC2-98E2-8DD3E584BE8C}"/>
    <dgm:cxn modelId="{E8AFDBD0-7EE4-4323-91C4-B8C059CC4F96}" type="presOf" srcId="{EB09ABC3-8D26-4699-A745-B84766522232}" destId="{7D319F55-1069-4B24-BF1A-5D252E832C9C}" srcOrd="1" destOrd="0" presId="urn:microsoft.com/office/officeart/2016/7/layout/LinearBlockProcessNumbered"/>
    <dgm:cxn modelId="{A06470E5-9DAA-4E50-A657-CC09DB079BBD}" type="presOf" srcId="{EB09ABC3-8D26-4699-A745-B84766522232}" destId="{2C101262-CD0C-4871-A5AE-135453F4FDD4}" srcOrd="0" destOrd="0" presId="urn:microsoft.com/office/officeart/2016/7/layout/LinearBlockProcessNumbered"/>
    <dgm:cxn modelId="{982F7ED3-6F24-44CB-9615-7843B6EA7C7F}" type="presParOf" srcId="{F24E3469-C3C5-4784-8D45-3A8BDF6611E0}" destId="{C3B176C3-05C2-475D-9B8C-9C7A9972836E}" srcOrd="0" destOrd="0" presId="urn:microsoft.com/office/officeart/2016/7/layout/LinearBlockProcessNumbered"/>
    <dgm:cxn modelId="{E1E901A7-2092-486D-8A03-0E81286EDDEE}" type="presParOf" srcId="{C3B176C3-05C2-475D-9B8C-9C7A9972836E}" destId="{13089066-E149-4190-893E-1105CB113A41}" srcOrd="0" destOrd="0" presId="urn:microsoft.com/office/officeart/2016/7/layout/LinearBlockProcessNumbered"/>
    <dgm:cxn modelId="{E49F773A-D362-447B-A498-9421CC7805FE}" type="presParOf" srcId="{C3B176C3-05C2-475D-9B8C-9C7A9972836E}" destId="{6A4B4879-8CCB-40D7-9A81-13A1369A0151}" srcOrd="1" destOrd="0" presId="urn:microsoft.com/office/officeart/2016/7/layout/LinearBlockProcessNumbered"/>
    <dgm:cxn modelId="{6A59DE5F-7CC4-4A44-83CD-0805AE837A36}" type="presParOf" srcId="{C3B176C3-05C2-475D-9B8C-9C7A9972836E}" destId="{FFFFD9D1-34F2-4302-A21F-825D051C3A3C}" srcOrd="2" destOrd="0" presId="urn:microsoft.com/office/officeart/2016/7/layout/LinearBlockProcessNumbered"/>
    <dgm:cxn modelId="{D1B2201D-50DA-44D8-8938-D224706EECBC}" type="presParOf" srcId="{F24E3469-C3C5-4784-8D45-3A8BDF6611E0}" destId="{FA9289A8-70D5-47BE-8C51-F177006A0F4E}" srcOrd="1" destOrd="0" presId="urn:microsoft.com/office/officeart/2016/7/layout/LinearBlockProcessNumbered"/>
    <dgm:cxn modelId="{F71835BE-7FD0-44F0-B411-49CBA0FA04E3}" type="presParOf" srcId="{F24E3469-C3C5-4784-8D45-3A8BDF6611E0}" destId="{E0577710-7993-4E6B-B226-0F998815D83E}" srcOrd="2" destOrd="0" presId="urn:microsoft.com/office/officeart/2016/7/layout/LinearBlockProcessNumbered"/>
    <dgm:cxn modelId="{83E3CA73-932D-4278-8F0C-D047BAE99841}" type="presParOf" srcId="{E0577710-7993-4E6B-B226-0F998815D83E}" destId="{2C101262-CD0C-4871-A5AE-135453F4FDD4}" srcOrd="0" destOrd="0" presId="urn:microsoft.com/office/officeart/2016/7/layout/LinearBlockProcessNumbered"/>
    <dgm:cxn modelId="{3BDD2176-31B0-4334-9EDF-C8EDCB8744F3}" type="presParOf" srcId="{E0577710-7993-4E6B-B226-0F998815D83E}" destId="{AAC1CC23-D239-4906-B967-06C215034173}" srcOrd="1" destOrd="0" presId="urn:microsoft.com/office/officeart/2016/7/layout/LinearBlockProcessNumbered"/>
    <dgm:cxn modelId="{81E3B36D-55EA-4237-B1DA-A5CADAA2ADD9}" type="presParOf" srcId="{E0577710-7993-4E6B-B226-0F998815D83E}" destId="{7D319F55-1069-4B24-BF1A-5D252E832C9C}" srcOrd="2" destOrd="0" presId="urn:microsoft.com/office/officeart/2016/7/layout/LinearBlockProcessNumbered"/>
    <dgm:cxn modelId="{2B4EB7E4-C05C-45C6-96F6-F68F081AA80B}" type="presParOf" srcId="{F24E3469-C3C5-4784-8D45-3A8BDF6611E0}" destId="{56CD9B66-B7D9-44CD-9EC0-0D14D5502C98}" srcOrd="3" destOrd="0" presId="urn:microsoft.com/office/officeart/2016/7/layout/LinearBlockProcessNumbered"/>
    <dgm:cxn modelId="{F0301E7F-B425-4795-9DF4-EB87EAFB0689}" type="presParOf" srcId="{F24E3469-C3C5-4784-8D45-3A8BDF6611E0}" destId="{E84499F1-C183-4B04-89DC-6ED0120527A6}" srcOrd="4" destOrd="0" presId="urn:microsoft.com/office/officeart/2016/7/layout/LinearBlockProcessNumbered"/>
    <dgm:cxn modelId="{5907C99F-DF02-4806-AA4D-00803A7DAE0A}" type="presParOf" srcId="{E84499F1-C183-4B04-89DC-6ED0120527A6}" destId="{AB0EF10B-5E69-4D55-81F1-C91D2F4ABC53}" srcOrd="0" destOrd="0" presId="urn:microsoft.com/office/officeart/2016/7/layout/LinearBlockProcessNumbered"/>
    <dgm:cxn modelId="{375D42DA-A1F1-4E42-9822-7125BE6B15A5}" type="presParOf" srcId="{E84499F1-C183-4B04-89DC-6ED0120527A6}" destId="{2CB8F4C8-5319-4035-B136-5D16B038ACA0}" srcOrd="1" destOrd="0" presId="urn:microsoft.com/office/officeart/2016/7/layout/LinearBlockProcessNumbered"/>
    <dgm:cxn modelId="{24242334-D0F2-49E6-A57C-B84CF943A26E}" type="presParOf" srcId="{E84499F1-C183-4B04-89DC-6ED0120527A6}" destId="{8DC7D63C-4649-4121-BC79-97232CC31DBE}" srcOrd="2" destOrd="0" presId="urn:microsoft.com/office/officeart/2016/7/layout/LinearBlockProcessNumbered"/>
    <dgm:cxn modelId="{7BAC3527-07ED-4A57-9170-9E3D50D2E0AA}" type="presParOf" srcId="{F24E3469-C3C5-4784-8D45-3A8BDF6611E0}" destId="{E2905078-0EFC-41FF-ADDC-925DACC5BA6A}" srcOrd="5" destOrd="0" presId="urn:microsoft.com/office/officeart/2016/7/layout/LinearBlockProcessNumbered"/>
    <dgm:cxn modelId="{5215E05A-BC90-4543-8489-9745F0E18BCE}" type="presParOf" srcId="{F24E3469-C3C5-4784-8D45-3A8BDF6611E0}" destId="{C6FE99C8-0D5C-483F-8B7B-86564C65384F}" srcOrd="6" destOrd="0" presId="urn:microsoft.com/office/officeart/2016/7/layout/LinearBlockProcessNumbered"/>
    <dgm:cxn modelId="{B401BBAE-8D29-4A58-B48F-8A1DBAA76B4E}" type="presParOf" srcId="{C6FE99C8-0D5C-483F-8B7B-86564C65384F}" destId="{504140EA-7516-414A-B773-261AD193583E}" srcOrd="0" destOrd="0" presId="urn:microsoft.com/office/officeart/2016/7/layout/LinearBlockProcessNumbered"/>
    <dgm:cxn modelId="{A3C1D7E5-A2AC-4720-BCC5-80FAC582B136}" type="presParOf" srcId="{C6FE99C8-0D5C-483F-8B7B-86564C65384F}" destId="{1E0949CF-8A2B-46FB-947F-902F4DF22DF5}" srcOrd="1" destOrd="0" presId="urn:microsoft.com/office/officeart/2016/7/layout/LinearBlockProcessNumbered"/>
    <dgm:cxn modelId="{70C6C4CA-DACC-4C06-81D1-2BF45419B9B9}" type="presParOf" srcId="{C6FE99C8-0D5C-483F-8B7B-86564C65384F}" destId="{7276AFC9-DBCF-4B39-8352-95A90EEB0174}"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0FF4D4-F796-4AC5-AA62-98B195C4835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18E548E-A1C2-4E39-90C0-E7C3F8388834}">
      <dgm:prSet/>
      <dgm:spPr/>
      <dgm:t>
        <a:bodyPr/>
        <a:lstStyle/>
        <a:p>
          <a:r>
            <a:rPr lang="en-IN"/>
            <a:t>All date columns standardized to ISO format (YYYY‑MM‑DD)</a:t>
          </a:r>
          <a:endParaRPr lang="en-US"/>
        </a:p>
      </dgm:t>
    </dgm:pt>
    <dgm:pt modelId="{4EF0DF2E-F137-4A80-9B6B-4521C75C5650}" type="parTrans" cxnId="{E40F313F-0101-4031-A6E0-24EF0DCF388A}">
      <dgm:prSet/>
      <dgm:spPr/>
      <dgm:t>
        <a:bodyPr/>
        <a:lstStyle/>
        <a:p>
          <a:endParaRPr lang="en-US"/>
        </a:p>
      </dgm:t>
    </dgm:pt>
    <dgm:pt modelId="{04499A72-161E-45DC-B6FA-38EFC5FDC317}" type="sibTrans" cxnId="{E40F313F-0101-4031-A6E0-24EF0DCF388A}">
      <dgm:prSet/>
      <dgm:spPr/>
      <dgm:t>
        <a:bodyPr/>
        <a:lstStyle/>
        <a:p>
          <a:endParaRPr lang="en-US"/>
        </a:p>
      </dgm:t>
    </dgm:pt>
    <dgm:pt modelId="{B30C938F-E748-47F0-8233-5F5AF716F065}">
      <dgm:prSet/>
      <dgm:spPr/>
      <dgm:t>
        <a:bodyPr/>
        <a:lstStyle/>
        <a:p>
          <a:r>
            <a:rPr lang="en-IN"/>
            <a:t>Ensured compatibility with SQL and Power BI</a:t>
          </a:r>
          <a:endParaRPr lang="en-US"/>
        </a:p>
      </dgm:t>
    </dgm:pt>
    <dgm:pt modelId="{C8AA5336-BA98-46D3-A96C-53867E527E5A}" type="parTrans" cxnId="{7135E2F6-38AF-488F-91AE-F6BDCF4819B9}">
      <dgm:prSet/>
      <dgm:spPr/>
      <dgm:t>
        <a:bodyPr/>
        <a:lstStyle/>
        <a:p>
          <a:endParaRPr lang="en-US"/>
        </a:p>
      </dgm:t>
    </dgm:pt>
    <dgm:pt modelId="{A9F0A2CC-232B-4EB6-8AF8-8008C5F8C3B9}" type="sibTrans" cxnId="{7135E2F6-38AF-488F-91AE-F6BDCF4819B9}">
      <dgm:prSet/>
      <dgm:spPr/>
      <dgm:t>
        <a:bodyPr/>
        <a:lstStyle/>
        <a:p>
          <a:endParaRPr lang="en-US"/>
        </a:p>
      </dgm:t>
    </dgm:pt>
    <dgm:pt modelId="{9288F3A0-1FE3-4DBE-8E97-243E8E6A821F}" type="pres">
      <dgm:prSet presAssocID="{CE0FF4D4-F796-4AC5-AA62-98B195C48350}" presName="linear" presStyleCnt="0">
        <dgm:presLayoutVars>
          <dgm:animLvl val="lvl"/>
          <dgm:resizeHandles val="exact"/>
        </dgm:presLayoutVars>
      </dgm:prSet>
      <dgm:spPr/>
    </dgm:pt>
    <dgm:pt modelId="{4D9B9E6C-D850-417C-8CC4-394CBC726844}" type="pres">
      <dgm:prSet presAssocID="{D18E548E-A1C2-4E39-90C0-E7C3F8388834}" presName="parentText" presStyleLbl="node1" presStyleIdx="0" presStyleCnt="2">
        <dgm:presLayoutVars>
          <dgm:chMax val="0"/>
          <dgm:bulletEnabled val="1"/>
        </dgm:presLayoutVars>
      </dgm:prSet>
      <dgm:spPr/>
    </dgm:pt>
    <dgm:pt modelId="{7EEFC0B7-ADD2-48D0-9361-226E5A3834B3}" type="pres">
      <dgm:prSet presAssocID="{04499A72-161E-45DC-B6FA-38EFC5FDC317}" presName="spacer" presStyleCnt="0"/>
      <dgm:spPr/>
    </dgm:pt>
    <dgm:pt modelId="{4F17F387-65BF-4712-950D-93524ACCDCA6}" type="pres">
      <dgm:prSet presAssocID="{B30C938F-E748-47F0-8233-5F5AF716F065}" presName="parentText" presStyleLbl="node1" presStyleIdx="1" presStyleCnt="2">
        <dgm:presLayoutVars>
          <dgm:chMax val="0"/>
          <dgm:bulletEnabled val="1"/>
        </dgm:presLayoutVars>
      </dgm:prSet>
      <dgm:spPr/>
    </dgm:pt>
  </dgm:ptLst>
  <dgm:cxnLst>
    <dgm:cxn modelId="{23C9AC34-F2BA-47F9-9CFE-B4A183EB27ED}" type="presOf" srcId="{D18E548E-A1C2-4E39-90C0-E7C3F8388834}" destId="{4D9B9E6C-D850-417C-8CC4-394CBC726844}" srcOrd="0" destOrd="0" presId="urn:microsoft.com/office/officeart/2005/8/layout/vList2"/>
    <dgm:cxn modelId="{E40F313F-0101-4031-A6E0-24EF0DCF388A}" srcId="{CE0FF4D4-F796-4AC5-AA62-98B195C48350}" destId="{D18E548E-A1C2-4E39-90C0-E7C3F8388834}" srcOrd="0" destOrd="0" parTransId="{4EF0DF2E-F137-4A80-9B6B-4521C75C5650}" sibTransId="{04499A72-161E-45DC-B6FA-38EFC5FDC317}"/>
    <dgm:cxn modelId="{EDCD1F88-C2D3-412C-9A85-A127A0AFA19A}" type="presOf" srcId="{CE0FF4D4-F796-4AC5-AA62-98B195C48350}" destId="{9288F3A0-1FE3-4DBE-8E97-243E8E6A821F}" srcOrd="0" destOrd="0" presId="urn:microsoft.com/office/officeart/2005/8/layout/vList2"/>
    <dgm:cxn modelId="{361E64F2-C979-41D2-9D5E-01C417802314}" type="presOf" srcId="{B30C938F-E748-47F0-8233-5F5AF716F065}" destId="{4F17F387-65BF-4712-950D-93524ACCDCA6}" srcOrd="0" destOrd="0" presId="urn:microsoft.com/office/officeart/2005/8/layout/vList2"/>
    <dgm:cxn modelId="{7135E2F6-38AF-488F-91AE-F6BDCF4819B9}" srcId="{CE0FF4D4-F796-4AC5-AA62-98B195C48350}" destId="{B30C938F-E748-47F0-8233-5F5AF716F065}" srcOrd="1" destOrd="0" parTransId="{C8AA5336-BA98-46D3-A96C-53867E527E5A}" sibTransId="{A9F0A2CC-232B-4EB6-8AF8-8008C5F8C3B9}"/>
    <dgm:cxn modelId="{FA9214F5-DD64-4BA7-B23E-B322FFD2711F}" type="presParOf" srcId="{9288F3A0-1FE3-4DBE-8E97-243E8E6A821F}" destId="{4D9B9E6C-D850-417C-8CC4-394CBC726844}" srcOrd="0" destOrd="0" presId="urn:microsoft.com/office/officeart/2005/8/layout/vList2"/>
    <dgm:cxn modelId="{1DD0E481-0299-4E65-A76F-6D7773F724D2}" type="presParOf" srcId="{9288F3A0-1FE3-4DBE-8E97-243E8E6A821F}" destId="{7EEFC0B7-ADD2-48D0-9361-226E5A3834B3}" srcOrd="1" destOrd="0" presId="urn:microsoft.com/office/officeart/2005/8/layout/vList2"/>
    <dgm:cxn modelId="{573D627D-D19B-4863-A8AF-E022B11EDA68}" type="presParOf" srcId="{9288F3A0-1FE3-4DBE-8E97-243E8E6A821F}" destId="{4F17F387-65BF-4712-950D-93524ACCDCA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4AEACAE-4E7C-4FF8-9E2E-372DFAAB361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758A7C-20AB-4B91-AE7E-A5C13863E3EE}">
      <dgm:prSet/>
      <dgm:spPr/>
      <dgm:t>
        <a:bodyPr/>
        <a:lstStyle/>
        <a:p>
          <a:r>
            <a:rPr lang="en-IN"/>
            <a:t>Final cleaned dataset exported as CSV</a:t>
          </a:r>
          <a:endParaRPr lang="en-US"/>
        </a:p>
      </dgm:t>
    </dgm:pt>
    <dgm:pt modelId="{9CF3A0EC-8FF9-41AF-A584-10F0B6C49060}" type="parTrans" cxnId="{4B412C74-CAD8-4DB1-8D74-32B8567D8346}">
      <dgm:prSet/>
      <dgm:spPr/>
      <dgm:t>
        <a:bodyPr/>
        <a:lstStyle/>
        <a:p>
          <a:endParaRPr lang="en-US"/>
        </a:p>
      </dgm:t>
    </dgm:pt>
    <dgm:pt modelId="{0ADEC457-4D29-400B-94F7-DB89ADB039C5}" type="sibTrans" cxnId="{4B412C74-CAD8-4DB1-8D74-32B8567D8346}">
      <dgm:prSet/>
      <dgm:spPr/>
      <dgm:t>
        <a:bodyPr/>
        <a:lstStyle/>
        <a:p>
          <a:endParaRPr lang="en-US"/>
        </a:p>
      </dgm:t>
    </dgm:pt>
    <dgm:pt modelId="{806F9760-863D-4EC4-B86B-73406C59B3C9}">
      <dgm:prSet/>
      <dgm:spPr/>
      <dgm:t>
        <a:bodyPr/>
        <a:lstStyle/>
        <a:p>
          <a:r>
            <a:rPr lang="en-IN"/>
            <a:t>Imported into MySQL to serve as the analytical data source</a:t>
          </a:r>
          <a:endParaRPr lang="en-US"/>
        </a:p>
      </dgm:t>
    </dgm:pt>
    <dgm:pt modelId="{4E4018B5-A3C3-40EF-81CC-CD805455C8D6}" type="parTrans" cxnId="{4AF9FB6C-286E-44C3-AC98-0E440F4ED069}">
      <dgm:prSet/>
      <dgm:spPr/>
      <dgm:t>
        <a:bodyPr/>
        <a:lstStyle/>
        <a:p>
          <a:endParaRPr lang="en-US"/>
        </a:p>
      </dgm:t>
    </dgm:pt>
    <dgm:pt modelId="{73147805-16E1-4222-8F7E-4CD429F34740}" type="sibTrans" cxnId="{4AF9FB6C-286E-44C3-AC98-0E440F4ED069}">
      <dgm:prSet/>
      <dgm:spPr/>
      <dgm:t>
        <a:bodyPr/>
        <a:lstStyle/>
        <a:p>
          <a:endParaRPr lang="en-US"/>
        </a:p>
      </dgm:t>
    </dgm:pt>
    <dgm:pt modelId="{2165EFE0-FC4E-423A-B625-8A0FF90B8695}" type="pres">
      <dgm:prSet presAssocID="{84AEACAE-4E7C-4FF8-9E2E-372DFAAB3614}" presName="root" presStyleCnt="0">
        <dgm:presLayoutVars>
          <dgm:dir/>
          <dgm:resizeHandles val="exact"/>
        </dgm:presLayoutVars>
      </dgm:prSet>
      <dgm:spPr/>
    </dgm:pt>
    <dgm:pt modelId="{7A0680E0-9DCB-4F30-96BC-49224CA3DF74}" type="pres">
      <dgm:prSet presAssocID="{EF758A7C-20AB-4B91-AE7E-A5C13863E3EE}" presName="compNode" presStyleCnt="0"/>
      <dgm:spPr/>
    </dgm:pt>
    <dgm:pt modelId="{F28D49B3-341C-429F-B19C-F0E3079C59AB}" type="pres">
      <dgm:prSet presAssocID="{EF758A7C-20AB-4B91-AE7E-A5C13863E3EE}" presName="bgRect" presStyleLbl="bgShp" presStyleIdx="0" presStyleCnt="2"/>
      <dgm:spPr/>
    </dgm:pt>
    <dgm:pt modelId="{620F4F07-F2B6-4E5E-ACD5-980E4E87684C}" type="pres">
      <dgm:prSet presAssocID="{EF758A7C-20AB-4B91-AE7E-A5C13863E3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DF958E9-29BE-428B-ADBE-A7F2817E135A}" type="pres">
      <dgm:prSet presAssocID="{EF758A7C-20AB-4B91-AE7E-A5C13863E3EE}" presName="spaceRect" presStyleCnt="0"/>
      <dgm:spPr/>
    </dgm:pt>
    <dgm:pt modelId="{133A7358-A024-454B-B71D-DA64BA22EDAF}" type="pres">
      <dgm:prSet presAssocID="{EF758A7C-20AB-4B91-AE7E-A5C13863E3EE}" presName="parTx" presStyleLbl="revTx" presStyleIdx="0" presStyleCnt="2">
        <dgm:presLayoutVars>
          <dgm:chMax val="0"/>
          <dgm:chPref val="0"/>
        </dgm:presLayoutVars>
      </dgm:prSet>
      <dgm:spPr/>
    </dgm:pt>
    <dgm:pt modelId="{BD1E422D-B7CD-4E27-AEA0-3B0B39B98767}" type="pres">
      <dgm:prSet presAssocID="{0ADEC457-4D29-400B-94F7-DB89ADB039C5}" presName="sibTrans" presStyleCnt="0"/>
      <dgm:spPr/>
    </dgm:pt>
    <dgm:pt modelId="{795EE518-7ECB-4427-A625-5FB8F9F8A604}" type="pres">
      <dgm:prSet presAssocID="{806F9760-863D-4EC4-B86B-73406C59B3C9}" presName="compNode" presStyleCnt="0"/>
      <dgm:spPr/>
    </dgm:pt>
    <dgm:pt modelId="{6B5D42A6-ED15-4326-896E-AEA468F912C1}" type="pres">
      <dgm:prSet presAssocID="{806F9760-863D-4EC4-B86B-73406C59B3C9}" presName="bgRect" presStyleLbl="bgShp" presStyleIdx="1" presStyleCnt="2"/>
      <dgm:spPr/>
    </dgm:pt>
    <dgm:pt modelId="{C6A694DD-DFAC-4680-9844-717A3145F3EC}" type="pres">
      <dgm:prSet presAssocID="{806F9760-863D-4EC4-B86B-73406C59B3C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3F57A89C-4993-4BFD-9735-6235FDDD8A9D}" type="pres">
      <dgm:prSet presAssocID="{806F9760-863D-4EC4-B86B-73406C59B3C9}" presName="spaceRect" presStyleCnt="0"/>
      <dgm:spPr/>
    </dgm:pt>
    <dgm:pt modelId="{A793FD14-3A5B-44F3-83F5-3677A592C17C}" type="pres">
      <dgm:prSet presAssocID="{806F9760-863D-4EC4-B86B-73406C59B3C9}" presName="parTx" presStyleLbl="revTx" presStyleIdx="1" presStyleCnt="2">
        <dgm:presLayoutVars>
          <dgm:chMax val="0"/>
          <dgm:chPref val="0"/>
        </dgm:presLayoutVars>
      </dgm:prSet>
      <dgm:spPr/>
    </dgm:pt>
  </dgm:ptLst>
  <dgm:cxnLst>
    <dgm:cxn modelId="{D9768E12-C497-411F-AF07-1088A7EBDA40}" type="presOf" srcId="{84AEACAE-4E7C-4FF8-9E2E-372DFAAB3614}" destId="{2165EFE0-FC4E-423A-B625-8A0FF90B8695}" srcOrd="0" destOrd="0" presId="urn:microsoft.com/office/officeart/2018/2/layout/IconVerticalSolidList"/>
    <dgm:cxn modelId="{4AF9FB6C-286E-44C3-AC98-0E440F4ED069}" srcId="{84AEACAE-4E7C-4FF8-9E2E-372DFAAB3614}" destId="{806F9760-863D-4EC4-B86B-73406C59B3C9}" srcOrd="1" destOrd="0" parTransId="{4E4018B5-A3C3-40EF-81CC-CD805455C8D6}" sibTransId="{73147805-16E1-4222-8F7E-4CD429F34740}"/>
    <dgm:cxn modelId="{4B412C74-CAD8-4DB1-8D74-32B8567D8346}" srcId="{84AEACAE-4E7C-4FF8-9E2E-372DFAAB3614}" destId="{EF758A7C-20AB-4B91-AE7E-A5C13863E3EE}" srcOrd="0" destOrd="0" parTransId="{9CF3A0EC-8FF9-41AF-A584-10F0B6C49060}" sibTransId="{0ADEC457-4D29-400B-94F7-DB89ADB039C5}"/>
    <dgm:cxn modelId="{90DD2995-61A2-4778-A1B9-5848A56031AC}" type="presOf" srcId="{EF758A7C-20AB-4B91-AE7E-A5C13863E3EE}" destId="{133A7358-A024-454B-B71D-DA64BA22EDAF}" srcOrd="0" destOrd="0" presId="urn:microsoft.com/office/officeart/2018/2/layout/IconVerticalSolidList"/>
    <dgm:cxn modelId="{6FCD2AB7-C16B-4591-8BAA-0AEAF98A2C54}" type="presOf" srcId="{806F9760-863D-4EC4-B86B-73406C59B3C9}" destId="{A793FD14-3A5B-44F3-83F5-3677A592C17C}" srcOrd="0" destOrd="0" presId="urn:microsoft.com/office/officeart/2018/2/layout/IconVerticalSolidList"/>
    <dgm:cxn modelId="{5C5DF481-75A8-4A9E-8684-7C5E6F3DD274}" type="presParOf" srcId="{2165EFE0-FC4E-423A-B625-8A0FF90B8695}" destId="{7A0680E0-9DCB-4F30-96BC-49224CA3DF74}" srcOrd="0" destOrd="0" presId="urn:microsoft.com/office/officeart/2018/2/layout/IconVerticalSolidList"/>
    <dgm:cxn modelId="{C2B64713-B799-4757-AA61-29748F9C11A7}" type="presParOf" srcId="{7A0680E0-9DCB-4F30-96BC-49224CA3DF74}" destId="{F28D49B3-341C-429F-B19C-F0E3079C59AB}" srcOrd="0" destOrd="0" presId="urn:microsoft.com/office/officeart/2018/2/layout/IconVerticalSolidList"/>
    <dgm:cxn modelId="{522CC3F0-10D3-43EB-A0CB-4175DB3193A2}" type="presParOf" srcId="{7A0680E0-9DCB-4F30-96BC-49224CA3DF74}" destId="{620F4F07-F2B6-4E5E-ACD5-980E4E87684C}" srcOrd="1" destOrd="0" presId="urn:microsoft.com/office/officeart/2018/2/layout/IconVerticalSolidList"/>
    <dgm:cxn modelId="{356F12FE-3B5E-49AD-B507-C02D8FBD72DB}" type="presParOf" srcId="{7A0680E0-9DCB-4F30-96BC-49224CA3DF74}" destId="{8DF958E9-29BE-428B-ADBE-A7F2817E135A}" srcOrd="2" destOrd="0" presId="urn:microsoft.com/office/officeart/2018/2/layout/IconVerticalSolidList"/>
    <dgm:cxn modelId="{CD1FC3BC-0891-4F96-AED4-CDF438578156}" type="presParOf" srcId="{7A0680E0-9DCB-4F30-96BC-49224CA3DF74}" destId="{133A7358-A024-454B-B71D-DA64BA22EDAF}" srcOrd="3" destOrd="0" presId="urn:microsoft.com/office/officeart/2018/2/layout/IconVerticalSolidList"/>
    <dgm:cxn modelId="{857322D3-4904-4E72-996C-A31490E34554}" type="presParOf" srcId="{2165EFE0-FC4E-423A-B625-8A0FF90B8695}" destId="{BD1E422D-B7CD-4E27-AEA0-3B0B39B98767}" srcOrd="1" destOrd="0" presId="urn:microsoft.com/office/officeart/2018/2/layout/IconVerticalSolidList"/>
    <dgm:cxn modelId="{DF4DF440-7622-4012-998B-BF2A451AA41F}" type="presParOf" srcId="{2165EFE0-FC4E-423A-B625-8A0FF90B8695}" destId="{795EE518-7ECB-4427-A625-5FB8F9F8A604}" srcOrd="2" destOrd="0" presId="urn:microsoft.com/office/officeart/2018/2/layout/IconVerticalSolidList"/>
    <dgm:cxn modelId="{8F6EF864-360F-4A6D-9426-FFBFB6488C6D}" type="presParOf" srcId="{795EE518-7ECB-4427-A625-5FB8F9F8A604}" destId="{6B5D42A6-ED15-4326-896E-AEA468F912C1}" srcOrd="0" destOrd="0" presId="urn:microsoft.com/office/officeart/2018/2/layout/IconVerticalSolidList"/>
    <dgm:cxn modelId="{5D191504-F090-4D0A-90B0-AF6D1EF69739}" type="presParOf" srcId="{795EE518-7ECB-4427-A625-5FB8F9F8A604}" destId="{C6A694DD-DFAC-4680-9844-717A3145F3EC}" srcOrd="1" destOrd="0" presId="urn:microsoft.com/office/officeart/2018/2/layout/IconVerticalSolidList"/>
    <dgm:cxn modelId="{A5C42A29-CD88-4F03-83F1-5D546F91E43B}" type="presParOf" srcId="{795EE518-7ECB-4427-A625-5FB8F9F8A604}" destId="{3F57A89C-4993-4BFD-9735-6235FDDD8A9D}" srcOrd="2" destOrd="0" presId="urn:microsoft.com/office/officeart/2018/2/layout/IconVerticalSolidList"/>
    <dgm:cxn modelId="{760C339C-59E6-4F4F-A191-A15E3C34E93A}" type="presParOf" srcId="{795EE518-7ECB-4427-A625-5FB8F9F8A604}" destId="{A793FD14-3A5B-44F3-83F5-3677A592C17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398EB36-7896-42E3-9FD3-6BE8A2E90A5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CBF5C49-623F-4200-8F53-40335CC915D3}">
      <dgm:prSet/>
      <dgm:spPr/>
      <dgm:t>
        <a:bodyPr/>
        <a:lstStyle/>
        <a:p>
          <a:r>
            <a:rPr lang="en-IN" b="1"/>
            <a:t>7.1 Measures Created</a:t>
          </a:r>
          <a:endParaRPr lang="en-US"/>
        </a:p>
      </dgm:t>
    </dgm:pt>
    <dgm:pt modelId="{27029BC0-8968-445C-BCC2-2DB55B927507}" type="parTrans" cxnId="{663FB680-68FE-46CA-A227-16AE520530B6}">
      <dgm:prSet/>
      <dgm:spPr/>
      <dgm:t>
        <a:bodyPr/>
        <a:lstStyle/>
        <a:p>
          <a:endParaRPr lang="en-US"/>
        </a:p>
      </dgm:t>
    </dgm:pt>
    <dgm:pt modelId="{03D2C04E-BB13-47A2-9D82-D19A692CED1E}" type="sibTrans" cxnId="{663FB680-68FE-46CA-A227-16AE520530B6}">
      <dgm:prSet/>
      <dgm:spPr/>
      <dgm:t>
        <a:bodyPr/>
        <a:lstStyle/>
        <a:p>
          <a:endParaRPr lang="en-US"/>
        </a:p>
      </dgm:t>
    </dgm:pt>
    <dgm:pt modelId="{822F818C-3E1F-4E3B-A12F-26AFD7C94626}">
      <dgm:prSet/>
      <dgm:spPr/>
      <dgm:t>
        <a:bodyPr/>
        <a:lstStyle/>
        <a:p>
          <a:r>
            <a:rPr lang="en-IN"/>
            <a:t>Total Employees</a:t>
          </a:r>
          <a:endParaRPr lang="en-US"/>
        </a:p>
      </dgm:t>
    </dgm:pt>
    <dgm:pt modelId="{B268DFAD-078F-415C-97AB-D28E1D226633}" type="parTrans" cxnId="{CD184768-BE77-43CE-93A3-C9BB772905C7}">
      <dgm:prSet/>
      <dgm:spPr/>
      <dgm:t>
        <a:bodyPr/>
        <a:lstStyle/>
        <a:p>
          <a:endParaRPr lang="en-US"/>
        </a:p>
      </dgm:t>
    </dgm:pt>
    <dgm:pt modelId="{E9632A27-0EFB-4330-9C6E-1270DAAF4740}" type="sibTrans" cxnId="{CD184768-BE77-43CE-93A3-C9BB772905C7}">
      <dgm:prSet/>
      <dgm:spPr/>
      <dgm:t>
        <a:bodyPr/>
        <a:lstStyle/>
        <a:p>
          <a:endParaRPr lang="en-US"/>
        </a:p>
      </dgm:t>
    </dgm:pt>
    <dgm:pt modelId="{588C9420-11F6-48DF-806C-0B25E63D70D3}">
      <dgm:prSet/>
      <dgm:spPr/>
      <dgm:t>
        <a:bodyPr/>
        <a:lstStyle/>
        <a:p>
          <a:r>
            <a:rPr lang="en-IN"/>
            <a:t>Active Employees</a:t>
          </a:r>
          <a:endParaRPr lang="en-US"/>
        </a:p>
      </dgm:t>
    </dgm:pt>
    <dgm:pt modelId="{F77E06C5-3D6E-499C-B705-A561C1AE067C}" type="parTrans" cxnId="{03E4D95A-E97E-493E-8553-89A5A273EFF3}">
      <dgm:prSet/>
      <dgm:spPr/>
      <dgm:t>
        <a:bodyPr/>
        <a:lstStyle/>
        <a:p>
          <a:endParaRPr lang="en-US"/>
        </a:p>
      </dgm:t>
    </dgm:pt>
    <dgm:pt modelId="{3292C7B1-82B3-4696-89C7-8603A4C2763E}" type="sibTrans" cxnId="{03E4D95A-E97E-493E-8553-89A5A273EFF3}">
      <dgm:prSet/>
      <dgm:spPr/>
      <dgm:t>
        <a:bodyPr/>
        <a:lstStyle/>
        <a:p>
          <a:endParaRPr lang="en-US"/>
        </a:p>
      </dgm:t>
    </dgm:pt>
    <dgm:pt modelId="{44B22162-BB1A-4022-AE4F-FBC937868378}">
      <dgm:prSet/>
      <dgm:spPr/>
      <dgm:t>
        <a:bodyPr/>
        <a:lstStyle/>
        <a:p>
          <a:r>
            <a:rPr lang="en-IN"/>
            <a:t>Attrition Rate (%)</a:t>
          </a:r>
          <a:endParaRPr lang="en-US"/>
        </a:p>
      </dgm:t>
    </dgm:pt>
    <dgm:pt modelId="{C39805A8-8909-48C1-B130-2A84EB0D727D}" type="parTrans" cxnId="{CC5BECB5-3525-4C96-8EAE-B5ADFE3F4893}">
      <dgm:prSet/>
      <dgm:spPr/>
      <dgm:t>
        <a:bodyPr/>
        <a:lstStyle/>
        <a:p>
          <a:endParaRPr lang="en-US"/>
        </a:p>
      </dgm:t>
    </dgm:pt>
    <dgm:pt modelId="{B4CCE846-33EC-4254-B64E-04E5080576BC}" type="sibTrans" cxnId="{CC5BECB5-3525-4C96-8EAE-B5ADFE3F4893}">
      <dgm:prSet/>
      <dgm:spPr/>
      <dgm:t>
        <a:bodyPr/>
        <a:lstStyle/>
        <a:p>
          <a:endParaRPr lang="en-US"/>
        </a:p>
      </dgm:t>
    </dgm:pt>
    <dgm:pt modelId="{818A70D9-7943-4B2D-9F89-ABFFB1EEB7CE}">
      <dgm:prSet/>
      <dgm:spPr/>
      <dgm:t>
        <a:bodyPr/>
        <a:lstStyle/>
        <a:p>
          <a:r>
            <a:rPr lang="en-IN"/>
            <a:t>Average Performance Score</a:t>
          </a:r>
          <a:endParaRPr lang="en-US"/>
        </a:p>
      </dgm:t>
    </dgm:pt>
    <dgm:pt modelId="{8CF4EE6A-D7A4-4887-B537-94F7F181A9F3}" type="parTrans" cxnId="{6E1B7EC7-67D6-4B34-B442-A453A3D0B06E}">
      <dgm:prSet/>
      <dgm:spPr/>
      <dgm:t>
        <a:bodyPr/>
        <a:lstStyle/>
        <a:p>
          <a:endParaRPr lang="en-US"/>
        </a:p>
      </dgm:t>
    </dgm:pt>
    <dgm:pt modelId="{9EB2BF00-2658-4037-A9E8-2B735A97A529}" type="sibTrans" cxnId="{6E1B7EC7-67D6-4B34-B442-A453A3D0B06E}">
      <dgm:prSet/>
      <dgm:spPr/>
      <dgm:t>
        <a:bodyPr/>
        <a:lstStyle/>
        <a:p>
          <a:endParaRPr lang="en-US"/>
        </a:p>
      </dgm:t>
    </dgm:pt>
    <dgm:pt modelId="{9519D2AD-ABDF-4506-BE3B-39E921F0CA84}">
      <dgm:prSet/>
      <dgm:spPr/>
      <dgm:t>
        <a:bodyPr/>
        <a:lstStyle/>
        <a:p>
          <a:r>
            <a:rPr lang="en-IN"/>
            <a:t>Department‑wise engagement and satisfaction comparison</a:t>
          </a:r>
          <a:endParaRPr lang="en-US"/>
        </a:p>
      </dgm:t>
    </dgm:pt>
    <dgm:pt modelId="{444D2D0D-3403-4E04-A9DC-1090BD0D7CD0}" type="parTrans" cxnId="{D5F9BC9F-3442-4788-9E45-DC80DAB98AC9}">
      <dgm:prSet/>
      <dgm:spPr/>
      <dgm:t>
        <a:bodyPr/>
        <a:lstStyle/>
        <a:p>
          <a:endParaRPr lang="en-US"/>
        </a:p>
      </dgm:t>
    </dgm:pt>
    <dgm:pt modelId="{631FF4D7-5CCD-4166-BBF3-C771B20ADADF}" type="sibTrans" cxnId="{D5F9BC9F-3442-4788-9E45-DC80DAB98AC9}">
      <dgm:prSet/>
      <dgm:spPr/>
      <dgm:t>
        <a:bodyPr/>
        <a:lstStyle/>
        <a:p>
          <a:endParaRPr lang="en-US"/>
        </a:p>
      </dgm:t>
    </dgm:pt>
    <dgm:pt modelId="{0C0D0765-9192-4FD4-8E2A-B923BA4716C4}">
      <dgm:prSet/>
      <dgm:spPr/>
      <dgm:t>
        <a:bodyPr/>
        <a:lstStyle/>
        <a:p>
          <a:r>
            <a:rPr lang="en-IN" b="1"/>
            <a:t>7.2 Design Decisions</a:t>
          </a:r>
          <a:endParaRPr lang="en-US"/>
        </a:p>
      </dgm:t>
    </dgm:pt>
    <dgm:pt modelId="{BEAF492E-2F1E-4EBC-94CC-94567F734888}" type="parTrans" cxnId="{E0DF6D52-3F61-4724-999D-DE2A5DA99265}">
      <dgm:prSet/>
      <dgm:spPr/>
      <dgm:t>
        <a:bodyPr/>
        <a:lstStyle/>
        <a:p>
          <a:endParaRPr lang="en-US"/>
        </a:p>
      </dgm:t>
    </dgm:pt>
    <dgm:pt modelId="{598B7210-C2B9-4E90-A987-224316A147F0}" type="sibTrans" cxnId="{E0DF6D52-3F61-4724-999D-DE2A5DA99265}">
      <dgm:prSet/>
      <dgm:spPr/>
      <dgm:t>
        <a:bodyPr/>
        <a:lstStyle/>
        <a:p>
          <a:endParaRPr lang="en-US"/>
        </a:p>
      </dgm:t>
    </dgm:pt>
    <dgm:pt modelId="{6122F5CF-3CBE-4817-A24B-E5B0EC68885E}">
      <dgm:prSet/>
      <dgm:spPr/>
      <dgm:t>
        <a:bodyPr/>
        <a:lstStyle/>
        <a:p>
          <a:r>
            <a:rPr lang="en-IN"/>
            <a:t>Gender used consistently as a legend across all visuals (Male/Female)</a:t>
          </a:r>
          <a:endParaRPr lang="en-US"/>
        </a:p>
      </dgm:t>
    </dgm:pt>
    <dgm:pt modelId="{801AE452-2C35-4988-9B25-DBC5CB82261E}" type="parTrans" cxnId="{772A1C1D-E026-49C3-B725-FCC527C54084}">
      <dgm:prSet/>
      <dgm:spPr/>
      <dgm:t>
        <a:bodyPr/>
        <a:lstStyle/>
        <a:p>
          <a:endParaRPr lang="en-US"/>
        </a:p>
      </dgm:t>
    </dgm:pt>
    <dgm:pt modelId="{76532BB3-EC99-4C24-83F8-4AB9DB8388E2}" type="sibTrans" cxnId="{772A1C1D-E026-49C3-B725-FCC527C54084}">
      <dgm:prSet/>
      <dgm:spPr/>
      <dgm:t>
        <a:bodyPr/>
        <a:lstStyle/>
        <a:p>
          <a:endParaRPr lang="en-US"/>
        </a:p>
      </dgm:t>
    </dgm:pt>
    <dgm:pt modelId="{F85F824A-5B7D-49BA-80E5-BC1D5040DB46}">
      <dgm:prSet/>
      <dgm:spPr/>
      <dgm:t>
        <a:bodyPr/>
        <a:lstStyle/>
        <a:p>
          <a:r>
            <a:rPr lang="en-IN"/>
            <a:t>Consistent color usage across all pages for clarity and comparison</a:t>
          </a:r>
          <a:endParaRPr lang="en-US"/>
        </a:p>
      </dgm:t>
    </dgm:pt>
    <dgm:pt modelId="{1C78E35E-E89D-4D1B-B39A-AFE42BE1E0A1}" type="parTrans" cxnId="{C1319219-A4BF-41D4-97C6-5B982D1D4610}">
      <dgm:prSet/>
      <dgm:spPr/>
      <dgm:t>
        <a:bodyPr/>
        <a:lstStyle/>
        <a:p>
          <a:endParaRPr lang="en-US"/>
        </a:p>
      </dgm:t>
    </dgm:pt>
    <dgm:pt modelId="{EEF96C0A-AB59-4F18-B466-CA1F8C30F629}" type="sibTrans" cxnId="{C1319219-A4BF-41D4-97C6-5B982D1D4610}">
      <dgm:prSet/>
      <dgm:spPr/>
      <dgm:t>
        <a:bodyPr/>
        <a:lstStyle/>
        <a:p>
          <a:endParaRPr lang="en-US"/>
        </a:p>
      </dgm:t>
    </dgm:pt>
    <dgm:pt modelId="{5C73FCD1-3ABF-4711-964B-ECC40A4B156D}">
      <dgm:prSet/>
      <dgm:spPr/>
      <dgm:t>
        <a:bodyPr/>
        <a:lstStyle/>
        <a:p>
          <a:r>
            <a:rPr lang="en-IN"/>
            <a:t>Limited filters per page to avoid clutter and improve usability</a:t>
          </a:r>
          <a:endParaRPr lang="en-US"/>
        </a:p>
      </dgm:t>
    </dgm:pt>
    <dgm:pt modelId="{CC67D35A-777E-4857-97A6-9025500A3FCF}" type="parTrans" cxnId="{2070B125-5987-4511-91B1-2AEAF0BA1DAB}">
      <dgm:prSet/>
      <dgm:spPr/>
      <dgm:t>
        <a:bodyPr/>
        <a:lstStyle/>
        <a:p>
          <a:endParaRPr lang="en-US"/>
        </a:p>
      </dgm:t>
    </dgm:pt>
    <dgm:pt modelId="{544AD443-5734-4656-B999-7445F0C8E553}" type="sibTrans" cxnId="{2070B125-5987-4511-91B1-2AEAF0BA1DAB}">
      <dgm:prSet/>
      <dgm:spPr/>
      <dgm:t>
        <a:bodyPr/>
        <a:lstStyle/>
        <a:p>
          <a:endParaRPr lang="en-US"/>
        </a:p>
      </dgm:t>
    </dgm:pt>
    <dgm:pt modelId="{C043043C-5887-4132-B6E5-1FD298C81010}" type="pres">
      <dgm:prSet presAssocID="{D398EB36-7896-42E3-9FD3-6BE8A2E90A54}" presName="vert0" presStyleCnt="0">
        <dgm:presLayoutVars>
          <dgm:dir/>
          <dgm:animOne val="branch"/>
          <dgm:animLvl val="lvl"/>
        </dgm:presLayoutVars>
      </dgm:prSet>
      <dgm:spPr/>
    </dgm:pt>
    <dgm:pt modelId="{FB14495A-FF5C-4181-89FC-182F81ABA01F}" type="pres">
      <dgm:prSet presAssocID="{3CBF5C49-623F-4200-8F53-40335CC915D3}" presName="thickLine" presStyleLbl="alignNode1" presStyleIdx="0" presStyleCnt="10"/>
      <dgm:spPr/>
    </dgm:pt>
    <dgm:pt modelId="{A7DD902C-2F3D-4B42-8632-5F45BD10E658}" type="pres">
      <dgm:prSet presAssocID="{3CBF5C49-623F-4200-8F53-40335CC915D3}" presName="horz1" presStyleCnt="0"/>
      <dgm:spPr/>
    </dgm:pt>
    <dgm:pt modelId="{0F47953B-9B50-4363-9933-8A6353060B60}" type="pres">
      <dgm:prSet presAssocID="{3CBF5C49-623F-4200-8F53-40335CC915D3}" presName="tx1" presStyleLbl="revTx" presStyleIdx="0" presStyleCnt="10"/>
      <dgm:spPr/>
    </dgm:pt>
    <dgm:pt modelId="{07D761A8-1A35-41C5-9B75-C11E3B7C5410}" type="pres">
      <dgm:prSet presAssocID="{3CBF5C49-623F-4200-8F53-40335CC915D3}" presName="vert1" presStyleCnt="0"/>
      <dgm:spPr/>
    </dgm:pt>
    <dgm:pt modelId="{F88E499A-C40E-4314-84A7-F26024F1449E}" type="pres">
      <dgm:prSet presAssocID="{822F818C-3E1F-4E3B-A12F-26AFD7C94626}" presName="thickLine" presStyleLbl="alignNode1" presStyleIdx="1" presStyleCnt="10"/>
      <dgm:spPr/>
    </dgm:pt>
    <dgm:pt modelId="{AA648D99-2DFC-48EC-8665-6205EF69BD1B}" type="pres">
      <dgm:prSet presAssocID="{822F818C-3E1F-4E3B-A12F-26AFD7C94626}" presName="horz1" presStyleCnt="0"/>
      <dgm:spPr/>
    </dgm:pt>
    <dgm:pt modelId="{C6582247-2250-405A-80A4-46D7213D3F09}" type="pres">
      <dgm:prSet presAssocID="{822F818C-3E1F-4E3B-A12F-26AFD7C94626}" presName="tx1" presStyleLbl="revTx" presStyleIdx="1" presStyleCnt="10"/>
      <dgm:spPr/>
    </dgm:pt>
    <dgm:pt modelId="{B21D549B-3871-4BA2-961F-7FF32244D871}" type="pres">
      <dgm:prSet presAssocID="{822F818C-3E1F-4E3B-A12F-26AFD7C94626}" presName="vert1" presStyleCnt="0"/>
      <dgm:spPr/>
    </dgm:pt>
    <dgm:pt modelId="{73338191-B23D-4499-9B7C-81CA4F92FEC7}" type="pres">
      <dgm:prSet presAssocID="{588C9420-11F6-48DF-806C-0B25E63D70D3}" presName="thickLine" presStyleLbl="alignNode1" presStyleIdx="2" presStyleCnt="10"/>
      <dgm:spPr/>
    </dgm:pt>
    <dgm:pt modelId="{0217DDF6-0057-4BDC-AABF-365E698E2596}" type="pres">
      <dgm:prSet presAssocID="{588C9420-11F6-48DF-806C-0B25E63D70D3}" presName="horz1" presStyleCnt="0"/>
      <dgm:spPr/>
    </dgm:pt>
    <dgm:pt modelId="{3B276A57-9543-4626-AC25-C696498C8475}" type="pres">
      <dgm:prSet presAssocID="{588C9420-11F6-48DF-806C-0B25E63D70D3}" presName="tx1" presStyleLbl="revTx" presStyleIdx="2" presStyleCnt="10"/>
      <dgm:spPr/>
    </dgm:pt>
    <dgm:pt modelId="{A76FBD1D-6A5F-47C3-8B52-95A4E8CD00F3}" type="pres">
      <dgm:prSet presAssocID="{588C9420-11F6-48DF-806C-0B25E63D70D3}" presName="vert1" presStyleCnt="0"/>
      <dgm:spPr/>
    </dgm:pt>
    <dgm:pt modelId="{1CFF5A00-D981-4363-8FD7-FD41CB2E53BA}" type="pres">
      <dgm:prSet presAssocID="{44B22162-BB1A-4022-AE4F-FBC937868378}" presName="thickLine" presStyleLbl="alignNode1" presStyleIdx="3" presStyleCnt="10"/>
      <dgm:spPr/>
    </dgm:pt>
    <dgm:pt modelId="{8300276E-519B-4EFC-922B-0D6BFBDA46AA}" type="pres">
      <dgm:prSet presAssocID="{44B22162-BB1A-4022-AE4F-FBC937868378}" presName="horz1" presStyleCnt="0"/>
      <dgm:spPr/>
    </dgm:pt>
    <dgm:pt modelId="{E3B9710D-9B71-4AC4-ABD2-721BCA554DD2}" type="pres">
      <dgm:prSet presAssocID="{44B22162-BB1A-4022-AE4F-FBC937868378}" presName="tx1" presStyleLbl="revTx" presStyleIdx="3" presStyleCnt="10"/>
      <dgm:spPr/>
    </dgm:pt>
    <dgm:pt modelId="{F870B7E1-5398-4556-97D4-8B35DCDF68CD}" type="pres">
      <dgm:prSet presAssocID="{44B22162-BB1A-4022-AE4F-FBC937868378}" presName="vert1" presStyleCnt="0"/>
      <dgm:spPr/>
    </dgm:pt>
    <dgm:pt modelId="{572EF508-828D-4A67-B610-871729D0694D}" type="pres">
      <dgm:prSet presAssocID="{818A70D9-7943-4B2D-9F89-ABFFB1EEB7CE}" presName="thickLine" presStyleLbl="alignNode1" presStyleIdx="4" presStyleCnt="10"/>
      <dgm:spPr/>
    </dgm:pt>
    <dgm:pt modelId="{E7320468-50CD-40FF-BBEF-2181C37FAF92}" type="pres">
      <dgm:prSet presAssocID="{818A70D9-7943-4B2D-9F89-ABFFB1EEB7CE}" presName="horz1" presStyleCnt="0"/>
      <dgm:spPr/>
    </dgm:pt>
    <dgm:pt modelId="{A7B9BB4B-9BFB-4334-ADF4-D0476985906F}" type="pres">
      <dgm:prSet presAssocID="{818A70D9-7943-4B2D-9F89-ABFFB1EEB7CE}" presName="tx1" presStyleLbl="revTx" presStyleIdx="4" presStyleCnt="10"/>
      <dgm:spPr/>
    </dgm:pt>
    <dgm:pt modelId="{71F8F443-E63B-425D-A55A-133113F1E64E}" type="pres">
      <dgm:prSet presAssocID="{818A70D9-7943-4B2D-9F89-ABFFB1EEB7CE}" presName="vert1" presStyleCnt="0"/>
      <dgm:spPr/>
    </dgm:pt>
    <dgm:pt modelId="{1B15B413-B4DF-45D7-8D8A-82D2CAE06743}" type="pres">
      <dgm:prSet presAssocID="{9519D2AD-ABDF-4506-BE3B-39E921F0CA84}" presName="thickLine" presStyleLbl="alignNode1" presStyleIdx="5" presStyleCnt="10"/>
      <dgm:spPr/>
    </dgm:pt>
    <dgm:pt modelId="{3A3745DB-C371-4DE0-8156-BEDA276503CD}" type="pres">
      <dgm:prSet presAssocID="{9519D2AD-ABDF-4506-BE3B-39E921F0CA84}" presName="horz1" presStyleCnt="0"/>
      <dgm:spPr/>
    </dgm:pt>
    <dgm:pt modelId="{9BD10161-570D-4653-B459-C2F94802E480}" type="pres">
      <dgm:prSet presAssocID="{9519D2AD-ABDF-4506-BE3B-39E921F0CA84}" presName="tx1" presStyleLbl="revTx" presStyleIdx="5" presStyleCnt="10"/>
      <dgm:spPr/>
    </dgm:pt>
    <dgm:pt modelId="{65886352-5E14-474A-8E82-C3F4B8055B09}" type="pres">
      <dgm:prSet presAssocID="{9519D2AD-ABDF-4506-BE3B-39E921F0CA84}" presName="vert1" presStyleCnt="0"/>
      <dgm:spPr/>
    </dgm:pt>
    <dgm:pt modelId="{37A68FFB-AAA4-4169-8FA9-F86E6723C2D0}" type="pres">
      <dgm:prSet presAssocID="{0C0D0765-9192-4FD4-8E2A-B923BA4716C4}" presName="thickLine" presStyleLbl="alignNode1" presStyleIdx="6" presStyleCnt="10"/>
      <dgm:spPr/>
    </dgm:pt>
    <dgm:pt modelId="{A347B2A0-21F8-4884-AC30-47C48C283089}" type="pres">
      <dgm:prSet presAssocID="{0C0D0765-9192-4FD4-8E2A-B923BA4716C4}" presName="horz1" presStyleCnt="0"/>
      <dgm:spPr/>
    </dgm:pt>
    <dgm:pt modelId="{A413955F-5C2D-4AD1-A3CE-AB1B7FC2348D}" type="pres">
      <dgm:prSet presAssocID="{0C0D0765-9192-4FD4-8E2A-B923BA4716C4}" presName="tx1" presStyleLbl="revTx" presStyleIdx="6" presStyleCnt="10"/>
      <dgm:spPr/>
    </dgm:pt>
    <dgm:pt modelId="{0E320B7C-FA81-40EC-9DCC-6C521103E9B0}" type="pres">
      <dgm:prSet presAssocID="{0C0D0765-9192-4FD4-8E2A-B923BA4716C4}" presName="vert1" presStyleCnt="0"/>
      <dgm:spPr/>
    </dgm:pt>
    <dgm:pt modelId="{D5F8744D-0B26-4E37-9606-94507A7A8637}" type="pres">
      <dgm:prSet presAssocID="{6122F5CF-3CBE-4817-A24B-E5B0EC68885E}" presName="thickLine" presStyleLbl="alignNode1" presStyleIdx="7" presStyleCnt="10"/>
      <dgm:spPr/>
    </dgm:pt>
    <dgm:pt modelId="{EA01C161-51DB-44ED-B0AC-E985749DFD74}" type="pres">
      <dgm:prSet presAssocID="{6122F5CF-3CBE-4817-A24B-E5B0EC68885E}" presName="horz1" presStyleCnt="0"/>
      <dgm:spPr/>
    </dgm:pt>
    <dgm:pt modelId="{781AEC1E-16CA-4362-A228-65D46C7680F1}" type="pres">
      <dgm:prSet presAssocID="{6122F5CF-3CBE-4817-A24B-E5B0EC68885E}" presName="tx1" presStyleLbl="revTx" presStyleIdx="7" presStyleCnt="10"/>
      <dgm:spPr/>
    </dgm:pt>
    <dgm:pt modelId="{91137F18-573E-490C-9F16-2DA70907265D}" type="pres">
      <dgm:prSet presAssocID="{6122F5CF-3CBE-4817-A24B-E5B0EC68885E}" presName="vert1" presStyleCnt="0"/>
      <dgm:spPr/>
    </dgm:pt>
    <dgm:pt modelId="{D3139677-986C-4F6F-9378-8F75156128C9}" type="pres">
      <dgm:prSet presAssocID="{F85F824A-5B7D-49BA-80E5-BC1D5040DB46}" presName="thickLine" presStyleLbl="alignNode1" presStyleIdx="8" presStyleCnt="10"/>
      <dgm:spPr/>
    </dgm:pt>
    <dgm:pt modelId="{264DCB5B-E943-45FA-BF3D-2CFF1C2EBB10}" type="pres">
      <dgm:prSet presAssocID="{F85F824A-5B7D-49BA-80E5-BC1D5040DB46}" presName="horz1" presStyleCnt="0"/>
      <dgm:spPr/>
    </dgm:pt>
    <dgm:pt modelId="{D941DD33-83DA-4ADC-AFA0-C910F9CDAB1A}" type="pres">
      <dgm:prSet presAssocID="{F85F824A-5B7D-49BA-80E5-BC1D5040DB46}" presName="tx1" presStyleLbl="revTx" presStyleIdx="8" presStyleCnt="10"/>
      <dgm:spPr/>
    </dgm:pt>
    <dgm:pt modelId="{7E43F77B-F633-4353-A265-65AFC83C9E07}" type="pres">
      <dgm:prSet presAssocID="{F85F824A-5B7D-49BA-80E5-BC1D5040DB46}" presName="vert1" presStyleCnt="0"/>
      <dgm:spPr/>
    </dgm:pt>
    <dgm:pt modelId="{5C1E218E-BE37-49D7-BC14-1C7CB051EBE0}" type="pres">
      <dgm:prSet presAssocID="{5C73FCD1-3ABF-4711-964B-ECC40A4B156D}" presName="thickLine" presStyleLbl="alignNode1" presStyleIdx="9" presStyleCnt="10"/>
      <dgm:spPr/>
    </dgm:pt>
    <dgm:pt modelId="{8014E6DD-1C1E-4488-BCDB-154EFD856852}" type="pres">
      <dgm:prSet presAssocID="{5C73FCD1-3ABF-4711-964B-ECC40A4B156D}" presName="horz1" presStyleCnt="0"/>
      <dgm:spPr/>
    </dgm:pt>
    <dgm:pt modelId="{D33FDF80-196F-486C-AC02-36F62CAFA56E}" type="pres">
      <dgm:prSet presAssocID="{5C73FCD1-3ABF-4711-964B-ECC40A4B156D}" presName="tx1" presStyleLbl="revTx" presStyleIdx="9" presStyleCnt="10"/>
      <dgm:spPr/>
    </dgm:pt>
    <dgm:pt modelId="{CA829757-51DC-4160-AB75-C80DDBDCAEC2}" type="pres">
      <dgm:prSet presAssocID="{5C73FCD1-3ABF-4711-964B-ECC40A4B156D}" presName="vert1" presStyleCnt="0"/>
      <dgm:spPr/>
    </dgm:pt>
  </dgm:ptLst>
  <dgm:cxnLst>
    <dgm:cxn modelId="{EA322602-7FE9-4B03-A587-6414AE870218}" type="presOf" srcId="{9519D2AD-ABDF-4506-BE3B-39E921F0CA84}" destId="{9BD10161-570D-4653-B459-C2F94802E480}" srcOrd="0" destOrd="0" presId="urn:microsoft.com/office/officeart/2008/layout/LinedList"/>
    <dgm:cxn modelId="{98ADEF0C-E7BC-4E28-93BD-8EB214DD6F1D}" type="presOf" srcId="{818A70D9-7943-4B2D-9F89-ABFFB1EEB7CE}" destId="{A7B9BB4B-9BFB-4334-ADF4-D0476985906F}" srcOrd="0" destOrd="0" presId="urn:microsoft.com/office/officeart/2008/layout/LinedList"/>
    <dgm:cxn modelId="{C1319219-A4BF-41D4-97C6-5B982D1D4610}" srcId="{D398EB36-7896-42E3-9FD3-6BE8A2E90A54}" destId="{F85F824A-5B7D-49BA-80E5-BC1D5040DB46}" srcOrd="8" destOrd="0" parTransId="{1C78E35E-E89D-4D1B-B39A-AFE42BE1E0A1}" sibTransId="{EEF96C0A-AB59-4F18-B466-CA1F8C30F629}"/>
    <dgm:cxn modelId="{772A1C1D-E026-49C3-B725-FCC527C54084}" srcId="{D398EB36-7896-42E3-9FD3-6BE8A2E90A54}" destId="{6122F5CF-3CBE-4817-A24B-E5B0EC68885E}" srcOrd="7" destOrd="0" parTransId="{801AE452-2C35-4988-9B25-DBC5CB82261E}" sibTransId="{76532BB3-EC99-4C24-83F8-4AB9DB8388E2}"/>
    <dgm:cxn modelId="{A950101F-807D-4509-8E56-0B82BEB6DC7D}" type="presOf" srcId="{D398EB36-7896-42E3-9FD3-6BE8A2E90A54}" destId="{C043043C-5887-4132-B6E5-1FD298C81010}" srcOrd="0" destOrd="0" presId="urn:microsoft.com/office/officeart/2008/layout/LinedList"/>
    <dgm:cxn modelId="{2070B125-5987-4511-91B1-2AEAF0BA1DAB}" srcId="{D398EB36-7896-42E3-9FD3-6BE8A2E90A54}" destId="{5C73FCD1-3ABF-4711-964B-ECC40A4B156D}" srcOrd="9" destOrd="0" parTransId="{CC67D35A-777E-4857-97A6-9025500A3FCF}" sibTransId="{544AD443-5734-4656-B999-7445F0C8E553}"/>
    <dgm:cxn modelId="{9D2AB733-1FCA-43B8-8C60-BB0E0A663B3F}" type="presOf" srcId="{588C9420-11F6-48DF-806C-0B25E63D70D3}" destId="{3B276A57-9543-4626-AC25-C696498C8475}" srcOrd="0" destOrd="0" presId="urn:microsoft.com/office/officeart/2008/layout/LinedList"/>
    <dgm:cxn modelId="{4EA5C933-ACA8-468F-A1C3-AF6F8C421ED6}" type="presOf" srcId="{822F818C-3E1F-4E3B-A12F-26AFD7C94626}" destId="{C6582247-2250-405A-80A4-46D7213D3F09}" srcOrd="0" destOrd="0" presId="urn:microsoft.com/office/officeart/2008/layout/LinedList"/>
    <dgm:cxn modelId="{6DB8A936-DEC1-468C-ADD4-697AB5619D27}" type="presOf" srcId="{F85F824A-5B7D-49BA-80E5-BC1D5040DB46}" destId="{D941DD33-83DA-4ADC-AFA0-C910F9CDAB1A}" srcOrd="0" destOrd="0" presId="urn:microsoft.com/office/officeart/2008/layout/LinedList"/>
    <dgm:cxn modelId="{D363013C-961F-4CA3-BBE4-AE9C398CF44D}" type="presOf" srcId="{44B22162-BB1A-4022-AE4F-FBC937868378}" destId="{E3B9710D-9B71-4AC4-ABD2-721BCA554DD2}" srcOrd="0" destOrd="0" presId="urn:microsoft.com/office/officeart/2008/layout/LinedList"/>
    <dgm:cxn modelId="{CD184768-BE77-43CE-93A3-C9BB772905C7}" srcId="{D398EB36-7896-42E3-9FD3-6BE8A2E90A54}" destId="{822F818C-3E1F-4E3B-A12F-26AFD7C94626}" srcOrd="1" destOrd="0" parTransId="{B268DFAD-078F-415C-97AB-D28E1D226633}" sibTransId="{E9632A27-0EFB-4330-9C6E-1270DAAF4740}"/>
    <dgm:cxn modelId="{6144FD6A-701D-4E3A-BC37-FDF8EFCD6E8A}" type="presOf" srcId="{6122F5CF-3CBE-4817-A24B-E5B0EC68885E}" destId="{781AEC1E-16CA-4362-A228-65D46C7680F1}" srcOrd="0" destOrd="0" presId="urn:microsoft.com/office/officeart/2008/layout/LinedList"/>
    <dgm:cxn modelId="{E0DF6D52-3F61-4724-999D-DE2A5DA99265}" srcId="{D398EB36-7896-42E3-9FD3-6BE8A2E90A54}" destId="{0C0D0765-9192-4FD4-8E2A-B923BA4716C4}" srcOrd="6" destOrd="0" parTransId="{BEAF492E-2F1E-4EBC-94CC-94567F734888}" sibTransId="{598B7210-C2B9-4E90-A987-224316A147F0}"/>
    <dgm:cxn modelId="{242F8374-D20E-4908-9905-8AE4796EB79E}" type="presOf" srcId="{3CBF5C49-623F-4200-8F53-40335CC915D3}" destId="{0F47953B-9B50-4363-9933-8A6353060B60}" srcOrd="0" destOrd="0" presId="urn:microsoft.com/office/officeart/2008/layout/LinedList"/>
    <dgm:cxn modelId="{03E4D95A-E97E-493E-8553-89A5A273EFF3}" srcId="{D398EB36-7896-42E3-9FD3-6BE8A2E90A54}" destId="{588C9420-11F6-48DF-806C-0B25E63D70D3}" srcOrd="2" destOrd="0" parTransId="{F77E06C5-3D6E-499C-B705-A561C1AE067C}" sibTransId="{3292C7B1-82B3-4696-89C7-8603A4C2763E}"/>
    <dgm:cxn modelId="{663FB680-68FE-46CA-A227-16AE520530B6}" srcId="{D398EB36-7896-42E3-9FD3-6BE8A2E90A54}" destId="{3CBF5C49-623F-4200-8F53-40335CC915D3}" srcOrd="0" destOrd="0" parTransId="{27029BC0-8968-445C-BCC2-2DB55B927507}" sibTransId="{03D2C04E-BB13-47A2-9D82-D19A692CED1E}"/>
    <dgm:cxn modelId="{F1136E9F-1AAB-44CF-925D-7EB997117022}" type="presOf" srcId="{5C73FCD1-3ABF-4711-964B-ECC40A4B156D}" destId="{D33FDF80-196F-486C-AC02-36F62CAFA56E}" srcOrd="0" destOrd="0" presId="urn:microsoft.com/office/officeart/2008/layout/LinedList"/>
    <dgm:cxn modelId="{D5F9BC9F-3442-4788-9E45-DC80DAB98AC9}" srcId="{D398EB36-7896-42E3-9FD3-6BE8A2E90A54}" destId="{9519D2AD-ABDF-4506-BE3B-39E921F0CA84}" srcOrd="5" destOrd="0" parTransId="{444D2D0D-3403-4E04-A9DC-1090BD0D7CD0}" sibTransId="{631FF4D7-5CCD-4166-BBF3-C771B20ADADF}"/>
    <dgm:cxn modelId="{CC5BECB5-3525-4C96-8EAE-B5ADFE3F4893}" srcId="{D398EB36-7896-42E3-9FD3-6BE8A2E90A54}" destId="{44B22162-BB1A-4022-AE4F-FBC937868378}" srcOrd="3" destOrd="0" parTransId="{C39805A8-8909-48C1-B130-2A84EB0D727D}" sibTransId="{B4CCE846-33EC-4254-B64E-04E5080576BC}"/>
    <dgm:cxn modelId="{6E1B7EC7-67D6-4B34-B442-A453A3D0B06E}" srcId="{D398EB36-7896-42E3-9FD3-6BE8A2E90A54}" destId="{818A70D9-7943-4B2D-9F89-ABFFB1EEB7CE}" srcOrd="4" destOrd="0" parTransId="{8CF4EE6A-D7A4-4887-B537-94F7F181A9F3}" sibTransId="{9EB2BF00-2658-4037-A9E8-2B735A97A529}"/>
    <dgm:cxn modelId="{B3514DCC-87ED-4432-9E5F-FAA552C0BCC4}" type="presOf" srcId="{0C0D0765-9192-4FD4-8E2A-B923BA4716C4}" destId="{A413955F-5C2D-4AD1-A3CE-AB1B7FC2348D}" srcOrd="0" destOrd="0" presId="urn:microsoft.com/office/officeart/2008/layout/LinedList"/>
    <dgm:cxn modelId="{A0686BA5-0D5E-42E1-8282-C25068491BA7}" type="presParOf" srcId="{C043043C-5887-4132-B6E5-1FD298C81010}" destId="{FB14495A-FF5C-4181-89FC-182F81ABA01F}" srcOrd="0" destOrd="0" presId="urn:microsoft.com/office/officeart/2008/layout/LinedList"/>
    <dgm:cxn modelId="{516FFC20-EB23-48DC-AE0A-BD1C061DAB39}" type="presParOf" srcId="{C043043C-5887-4132-B6E5-1FD298C81010}" destId="{A7DD902C-2F3D-4B42-8632-5F45BD10E658}" srcOrd="1" destOrd="0" presId="urn:microsoft.com/office/officeart/2008/layout/LinedList"/>
    <dgm:cxn modelId="{625D036A-C34A-4E51-8908-5D1341174B9E}" type="presParOf" srcId="{A7DD902C-2F3D-4B42-8632-5F45BD10E658}" destId="{0F47953B-9B50-4363-9933-8A6353060B60}" srcOrd="0" destOrd="0" presId="urn:microsoft.com/office/officeart/2008/layout/LinedList"/>
    <dgm:cxn modelId="{CA7CD01E-9075-43D6-A2E4-991221453962}" type="presParOf" srcId="{A7DD902C-2F3D-4B42-8632-5F45BD10E658}" destId="{07D761A8-1A35-41C5-9B75-C11E3B7C5410}" srcOrd="1" destOrd="0" presId="urn:microsoft.com/office/officeart/2008/layout/LinedList"/>
    <dgm:cxn modelId="{571DF01F-3CCF-4E33-9735-A9E3CA263BF0}" type="presParOf" srcId="{C043043C-5887-4132-B6E5-1FD298C81010}" destId="{F88E499A-C40E-4314-84A7-F26024F1449E}" srcOrd="2" destOrd="0" presId="urn:microsoft.com/office/officeart/2008/layout/LinedList"/>
    <dgm:cxn modelId="{E4C79332-87C7-4CF7-AAD4-155090DF8063}" type="presParOf" srcId="{C043043C-5887-4132-B6E5-1FD298C81010}" destId="{AA648D99-2DFC-48EC-8665-6205EF69BD1B}" srcOrd="3" destOrd="0" presId="urn:microsoft.com/office/officeart/2008/layout/LinedList"/>
    <dgm:cxn modelId="{47182B9F-9769-4442-A355-EED76D59A06D}" type="presParOf" srcId="{AA648D99-2DFC-48EC-8665-6205EF69BD1B}" destId="{C6582247-2250-405A-80A4-46D7213D3F09}" srcOrd="0" destOrd="0" presId="urn:microsoft.com/office/officeart/2008/layout/LinedList"/>
    <dgm:cxn modelId="{BCBBE2B6-D827-4804-883E-A03C1D4903E0}" type="presParOf" srcId="{AA648D99-2DFC-48EC-8665-6205EF69BD1B}" destId="{B21D549B-3871-4BA2-961F-7FF32244D871}" srcOrd="1" destOrd="0" presId="urn:microsoft.com/office/officeart/2008/layout/LinedList"/>
    <dgm:cxn modelId="{322E41AD-9AA0-4136-BE00-8B2CFF743D1B}" type="presParOf" srcId="{C043043C-5887-4132-B6E5-1FD298C81010}" destId="{73338191-B23D-4499-9B7C-81CA4F92FEC7}" srcOrd="4" destOrd="0" presId="urn:microsoft.com/office/officeart/2008/layout/LinedList"/>
    <dgm:cxn modelId="{47BFC90B-7D85-46AC-8451-B20971618A3B}" type="presParOf" srcId="{C043043C-5887-4132-B6E5-1FD298C81010}" destId="{0217DDF6-0057-4BDC-AABF-365E698E2596}" srcOrd="5" destOrd="0" presId="urn:microsoft.com/office/officeart/2008/layout/LinedList"/>
    <dgm:cxn modelId="{6053D304-53B5-4400-A78F-C7E281660B98}" type="presParOf" srcId="{0217DDF6-0057-4BDC-AABF-365E698E2596}" destId="{3B276A57-9543-4626-AC25-C696498C8475}" srcOrd="0" destOrd="0" presId="urn:microsoft.com/office/officeart/2008/layout/LinedList"/>
    <dgm:cxn modelId="{0609B734-4EBA-4F92-A579-2A4FFE2ED960}" type="presParOf" srcId="{0217DDF6-0057-4BDC-AABF-365E698E2596}" destId="{A76FBD1D-6A5F-47C3-8B52-95A4E8CD00F3}" srcOrd="1" destOrd="0" presId="urn:microsoft.com/office/officeart/2008/layout/LinedList"/>
    <dgm:cxn modelId="{FD9A5820-09B5-4EAC-83FD-61E6545EA707}" type="presParOf" srcId="{C043043C-5887-4132-B6E5-1FD298C81010}" destId="{1CFF5A00-D981-4363-8FD7-FD41CB2E53BA}" srcOrd="6" destOrd="0" presId="urn:microsoft.com/office/officeart/2008/layout/LinedList"/>
    <dgm:cxn modelId="{E548EC56-FC35-4FB1-828D-D4161901E40D}" type="presParOf" srcId="{C043043C-5887-4132-B6E5-1FD298C81010}" destId="{8300276E-519B-4EFC-922B-0D6BFBDA46AA}" srcOrd="7" destOrd="0" presId="urn:microsoft.com/office/officeart/2008/layout/LinedList"/>
    <dgm:cxn modelId="{CD390C42-2520-4515-BC9F-0257CFF43133}" type="presParOf" srcId="{8300276E-519B-4EFC-922B-0D6BFBDA46AA}" destId="{E3B9710D-9B71-4AC4-ABD2-721BCA554DD2}" srcOrd="0" destOrd="0" presId="urn:microsoft.com/office/officeart/2008/layout/LinedList"/>
    <dgm:cxn modelId="{A61A1C65-6D2C-4BF5-863B-637CBCE958C6}" type="presParOf" srcId="{8300276E-519B-4EFC-922B-0D6BFBDA46AA}" destId="{F870B7E1-5398-4556-97D4-8B35DCDF68CD}" srcOrd="1" destOrd="0" presId="urn:microsoft.com/office/officeart/2008/layout/LinedList"/>
    <dgm:cxn modelId="{7034C0E0-0A5B-4470-8AFF-2E55EDA071B5}" type="presParOf" srcId="{C043043C-5887-4132-B6E5-1FD298C81010}" destId="{572EF508-828D-4A67-B610-871729D0694D}" srcOrd="8" destOrd="0" presId="urn:microsoft.com/office/officeart/2008/layout/LinedList"/>
    <dgm:cxn modelId="{E7A73579-5780-48B5-8F7C-635C507C9ABB}" type="presParOf" srcId="{C043043C-5887-4132-B6E5-1FD298C81010}" destId="{E7320468-50CD-40FF-BBEF-2181C37FAF92}" srcOrd="9" destOrd="0" presId="urn:microsoft.com/office/officeart/2008/layout/LinedList"/>
    <dgm:cxn modelId="{E3F6E6D8-4F3D-40C1-B493-6BCCCFF9CA43}" type="presParOf" srcId="{E7320468-50CD-40FF-BBEF-2181C37FAF92}" destId="{A7B9BB4B-9BFB-4334-ADF4-D0476985906F}" srcOrd="0" destOrd="0" presId="urn:microsoft.com/office/officeart/2008/layout/LinedList"/>
    <dgm:cxn modelId="{344108A9-3060-49B5-B4D8-9DF23D13E05C}" type="presParOf" srcId="{E7320468-50CD-40FF-BBEF-2181C37FAF92}" destId="{71F8F443-E63B-425D-A55A-133113F1E64E}" srcOrd="1" destOrd="0" presId="urn:microsoft.com/office/officeart/2008/layout/LinedList"/>
    <dgm:cxn modelId="{62CD0FF2-E7EA-4DA7-8C60-17755869DB6E}" type="presParOf" srcId="{C043043C-5887-4132-B6E5-1FD298C81010}" destId="{1B15B413-B4DF-45D7-8D8A-82D2CAE06743}" srcOrd="10" destOrd="0" presId="urn:microsoft.com/office/officeart/2008/layout/LinedList"/>
    <dgm:cxn modelId="{91784D4F-62BC-44DB-B494-E376168C6676}" type="presParOf" srcId="{C043043C-5887-4132-B6E5-1FD298C81010}" destId="{3A3745DB-C371-4DE0-8156-BEDA276503CD}" srcOrd="11" destOrd="0" presId="urn:microsoft.com/office/officeart/2008/layout/LinedList"/>
    <dgm:cxn modelId="{7B1DFF18-460D-4442-B14B-3B906DD3EE87}" type="presParOf" srcId="{3A3745DB-C371-4DE0-8156-BEDA276503CD}" destId="{9BD10161-570D-4653-B459-C2F94802E480}" srcOrd="0" destOrd="0" presId="urn:microsoft.com/office/officeart/2008/layout/LinedList"/>
    <dgm:cxn modelId="{06A95089-9B07-4E24-8EE4-D1B036AB3775}" type="presParOf" srcId="{3A3745DB-C371-4DE0-8156-BEDA276503CD}" destId="{65886352-5E14-474A-8E82-C3F4B8055B09}" srcOrd="1" destOrd="0" presId="urn:microsoft.com/office/officeart/2008/layout/LinedList"/>
    <dgm:cxn modelId="{FDF29DA2-05BD-4187-8857-34AB4C241A63}" type="presParOf" srcId="{C043043C-5887-4132-B6E5-1FD298C81010}" destId="{37A68FFB-AAA4-4169-8FA9-F86E6723C2D0}" srcOrd="12" destOrd="0" presId="urn:microsoft.com/office/officeart/2008/layout/LinedList"/>
    <dgm:cxn modelId="{A67CA704-C3D7-4AF5-8005-2FFB26061F1B}" type="presParOf" srcId="{C043043C-5887-4132-B6E5-1FD298C81010}" destId="{A347B2A0-21F8-4884-AC30-47C48C283089}" srcOrd="13" destOrd="0" presId="urn:microsoft.com/office/officeart/2008/layout/LinedList"/>
    <dgm:cxn modelId="{E9D611E3-E924-4BD4-A041-BEB452615315}" type="presParOf" srcId="{A347B2A0-21F8-4884-AC30-47C48C283089}" destId="{A413955F-5C2D-4AD1-A3CE-AB1B7FC2348D}" srcOrd="0" destOrd="0" presId="urn:microsoft.com/office/officeart/2008/layout/LinedList"/>
    <dgm:cxn modelId="{45C3AF63-0280-4157-91CE-EB4D3C68725A}" type="presParOf" srcId="{A347B2A0-21F8-4884-AC30-47C48C283089}" destId="{0E320B7C-FA81-40EC-9DCC-6C521103E9B0}" srcOrd="1" destOrd="0" presId="urn:microsoft.com/office/officeart/2008/layout/LinedList"/>
    <dgm:cxn modelId="{7352CA18-B566-46DE-A205-F06FD1246F79}" type="presParOf" srcId="{C043043C-5887-4132-B6E5-1FD298C81010}" destId="{D5F8744D-0B26-4E37-9606-94507A7A8637}" srcOrd="14" destOrd="0" presId="urn:microsoft.com/office/officeart/2008/layout/LinedList"/>
    <dgm:cxn modelId="{77DAFB1B-76B1-4F78-93F1-26CE37A812E6}" type="presParOf" srcId="{C043043C-5887-4132-B6E5-1FD298C81010}" destId="{EA01C161-51DB-44ED-B0AC-E985749DFD74}" srcOrd="15" destOrd="0" presId="urn:microsoft.com/office/officeart/2008/layout/LinedList"/>
    <dgm:cxn modelId="{657B58CF-0BF7-4750-9192-2429938AAAED}" type="presParOf" srcId="{EA01C161-51DB-44ED-B0AC-E985749DFD74}" destId="{781AEC1E-16CA-4362-A228-65D46C7680F1}" srcOrd="0" destOrd="0" presId="urn:microsoft.com/office/officeart/2008/layout/LinedList"/>
    <dgm:cxn modelId="{92FA9C8B-F9B3-4615-9160-E17649E5202F}" type="presParOf" srcId="{EA01C161-51DB-44ED-B0AC-E985749DFD74}" destId="{91137F18-573E-490C-9F16-2DA70907265D}" srcOrd="1" destOrd="0" presId="urn:microsoft.com/office/officeart/2008/layout/LinedList"/>
    <dgm:cxn modelId="{B403ED8C-8A51-4465-80A5-B32388E077DE}" type="presParOf" srcId="{C043043C-5887-4132-B6E5-1FD298C81010}" destId="{D3139677-986C-4F6F-9378-8F75156128C9}" srcOrd="16" destOrd="0" presId="urn:microsoft.com/office/officeart/2008/layout/LinedList"/>
    <dgm:cxn modelId="{A1B21D4B-AA4F-4147-ACE7-D800C13A5523}" type="presParOf" srcId="{C043043C-5887-4132-B6E5-1FD298C81010}" destId="{264DCB5B-E943-45FA-BF3D-2CFF1C2EBB10}" srcOrd="17" destOrd="0" presId="urn:microsoft.com/office/officeart/2008/layout/LinedList"/>
    <dgm:cxn modelId="{E0F34295-FFD4-4691-86E4-2E4081C28D98}" type="presParOf" srcId="{264DCB5B-E943-45FA-BF3D-2CFF1C2EBB10}" destId="{D941DD33-83DA-4ADC-AFA0-C910F9CDAB1A}" srcOrd="0" destOrd="0" presId="urn:microsoft.com/office/officeart/2008/layout/LinedList"/>
    <dgm:cxn modelId="{670704AA-FB03-4614-B0D9-59B70E400ADA}" type="presParOf" srcId="{264DCB5B-E943-45FA-BF3D-2CFF1C2EBB10}" destId="{7E43F77B-F633-4353-A265-65AFC83C9E07}" srcOrd="1" destOrd="0" presId="urn:microsoft.com/office/officeart/2008/layout/LinedList"/>
    <dgm:cxn modelId="{C4DC3A0A-AF6B-444B-8C06-A51094B811ED}" type="presParOf" srcId="{C043043C-5887-4132-B6E5-1FD298C81010}" destId="{5C1E218E-BE37-49D7-BC14-1C7CB051EBE0}" srcOrd="18" destOrd="0" presId="urn:microsoft.com/office/officeart/2008/layout/LinedList"/>
    <dgm:cxn modelId="{E56BB013-ED8A-4798-B390-142135D4EF23}" type="presParOf" srcId="{C043043C-5887-4132-B6E5-1FD298C81010}" destId="{8014E6DD-1C1E-4488-BCDB-154EFD856852}" srcOrd="19" destOrd="0" presId="urn:microsoft.com/office/officeart/2008/layout/LinedList"/>
    <dgm:cxn modelId="{005ADA7F-7D79-4E02-9893-A7F266B8A4D8}" type="presParOf" srcId="{8014E6DD-1C1E-4488-BCDB-154EFD856852}" destId="{D33FDF80-196F-486C-AC02-36F62CAFA56E}" srcOrd="0" destOrd="0" presId="urn:microsoft.com/office/officeart/2008/layout/LinedList"/>
    <dgm:cxn modelId="{43F9C404-0D5A-40DB-9AF5-DDCF6AD258E2}" type="presParOf" srcId="{8014E6DD-1C1E-4488-BCDB-154EFD856852}" destId="{CA829757-51DC-4160-AB75-C80DDBDCAEC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5C6664E-24AF-4B01-8289-25522765D42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67EFE57-44D1-492A-8556-BA8058CAD3CA}">
      <dgm:prSet/>
      <dgm:spPr/>
      <dgm:t>
        <a:bodyPr/>
        <a:lstStyle/>
        <a:p>
          <a:r>
            <a:rPr lang="en-IN" b="1"/>
            <a:t>Page 1: Executive Workforce Overview</a:t>
          </a:r>
          <a:endParaRPr lang="en-US"/>
        </a:p>
      </dgm:t>
    </dgm:pt>
    <dgm:pt modelId="{927180C3-6AA6-4304-A83A-AB4773109C97}" type="parTrans" cxnId="{9E36ABD3-FADA-4A5A-90E1-B5CB1CB4B12D}">
      <dgm:prSet/>
      <dgm:spPr/>
      <dgm:t>
        <a:bodyPr/>
        <a:lstStyle/>
        <a:p>
          <a:endParaRPr lang="en-US"/>
        </a:p>
      </dgm:t>
    </dgm:pt>
    <dgm:pt modelId="{49ACE78D-C7F3-43BF-A348-23091505DCFF}" type="sibTrans" cxnId="{9E36ABD3-FADA-4A5A-90E1-B5CB1CB4B12D}">
      <dgm:prSet/>
      <dgm:spPr/>
      <dgm:t>
        <a:bodyPr/>
        <a:lstStyle/>
        <a:p>
          <a:endParaRPr lang="en-US"/>
        </a:p>
      </dgm:t>
    </dgm:pt>
    <dgm:pt modelId="{33194A80-3A4E-435F-9E29-07ED262681E6}">
      <dgm:prSet/>
      <dgm:spPr/>
      <dgm:t>
        <a:bodyPr/>
        <a:lstStyle/>
        <a:p>
          <a:r>
            <a:rPr lang="en-IN" b="1"/>
            <a:t>Business Question:</a:t>
          </a:r>
          <a:r>
            <a:rPr lang="en-IN"/>
            <a:t> How healthy is our workforce right now?</a:t>
          </a:r>
          <a:endParaRPr lang="en-US"/>
        </a:p>
      </dgm:t>
    </dgm:pt>
    <dgm:pt modelId="{DC05C136-DF9D-462A-83F5-3B40FB102A99}" type="parTrans" cxnId="{E7D2C52D-A4DE-4834-BE66-3158CFC7E162}">
      <dgm:prSet/>
      <dgm:spPr/>
      <dgm:t>
        <a:bodyPr/>
        <a:lstStyle/>
        <a:p>
          <a:endParaRPr lang="en-US"/>
        </a:p>
      </dgm:t>
    </dgm:pt>
    <dgm:pt modelId="{486522FF-C729-4E85-8DE9-55BE4C1C914A}" type="sibTrans" cxnId="{E7D2C52D-A4DE-4834-BE66-3158CFC7E162}">
      <dgm:prSet/>
      <dgm:spPr/>
      <dgm:t>
        <a:bodyPr/>
        <a:lstStyle/>
        <a:p>
          <a:endParaRPr lang="en-US"/>
        </a:p>
      </dgm:t>
    </dgm:pt>
    <dgm:pt modelId="{16FDDF38-2683-4077-95F4-2942FCDB5791}">
      <dgm:prSet/>
      <dgm:spPr/>
      <dgm:t>
        <a:bodyPr/>
        <a:lstStyle/>
        <a:p>
          <a:r>
            <a:rPr lang="en-IN"/>
            <a:t>Key insights:</a:t>
          </a:r>
          <a:endParaRPr lang="en-US"/>
        </a:p>
      </dgm:t>
    </dgm:pt>
    <dgm:pt modelId="{0E439B1E-FFF2-41DC-ADBC-3D29BC26B80F}" type="parTrans" cxnId="{4B2E997B-1F1B-4357-A23E-F900B89F9F11}">
      <dgm:prSet/>
      <dgm:spPr/>
      <dgm:t>
        <a:bodyPr/>
        <a:lstStyle/>
        <a:p>
          <a:endParaRPr lang="en-US"/>
        </a:p>
      </dgm:t>
    </dgm:pt>
    <dgm:pt modelId="{EC28681C-8591-4884-88E4-EF466346418F}" type="sibTrans" cxnId="{4B2E997B-1F1B-4357-A23E-F900B89F9F11}">
      <dgm:prSet/>
      <dgm:spPr/>
      <dgm:t>
        <a:bodyPr/>
        <a:lstStyle/>
        <a:p>
          <a:endParaRPr lang="en-US"/>
        </a:p>
      </dgm:t>
    </dgm:pt>
    <dgm:pt modelId="{5669C652-7250-4441-85D7-A10EB96927B4}">
      <dgm:prSet/>
      <dgm:spPr/>
      <dgm:t>
        <a:bodyPr/>
        <a:lstStyle/>
        <a:p>
          <a:r>
            <a:rPr lang="en-IN"/>
            <a:t>Overall attrition rate and workforce size</a:t>
          </a:r>
          <a:endParaRPr lang="en-US"/>
        </a:p>
      </dgm:t>
    </dgm:pt>
    <dgm:pt modelId="{C5BBD6A1-0AAB-42C7-85E8-E5FF05A2990A}" type="parTrans" cxnId="{6B182664-DE32-4BC4-8AEB-52789D3759A6}">
      <dgm:prSet/>
      <dgm:spPr/>
      <dgm:t>
        <a:bodyPr/>
        <a:lstStyle/>
        <a:p>
          <a:endParaRPr lang="en-US"/>
        </a:p>
      </dgm:t>
    </dgm:pt>
    <dgm:pt modelId="{A4901BE0-7856-4CDD-96EA-F2917408E21D}" type="sibTrans" cxnId="{6B182664-DE32-4BC4-8AEB-52789D3759A6}">
      <dgm:prSet/>
      <dgm:spPr/>
      <dgm:t>
        <a:bodyPr/>
        <a:lstStyle/>
        <a:p>
          <a:endParaRPr lang="en-US"/>
        </a:p>
      </dgm:t>
    </dgm:pt>
    <dgm:pt modelId="{1C386ADD-9534-44B1-832A-98E315A0FF1A}">
      <dgm:prSet/>
      <dgm:spPr/>
      <dgm:t>
        <a:bodyPr/>
        <a:lstStyle/>
        <a:p>
          <a:r>
            <a:rPr lang="en-IN"/>
            <a:t>Attrition trends over time</a:t>
          </a:r>
          <a:endParaRPr lang="en-US"/>
        </a:p>
      </dgm:t>
    </dgm:pt>
    <dgm:pt modelId="{9371C89F-9EB8-47DC-9355-733E20F8AD81}" type="parTrans" cxnId="{97663ECD-B837-4761-B937-C96F3054A006}">
      <dgm:prSet/>
      <dgm:spPr/>
      <dgm:t>
        <a:bodyPr/>
        <a:lstStyle/>
        <a:p>
          <a:endParaRPr lang="en-US"/>
        </a:p>
      </dgm:t>
    </dgm:pt>
    <dgm:pt modelId="{FF245A43-A1BB-472F-A01F-CDF462FC695A}" type="sibTrans" cxnId="{97663ECD-B837-4761-B937-C96F3054A006}">
      <dgm:prSet/>
      <dgm:spPr/>
      <dgm:t>
        <a:bodyPr/>
        <a:lstStyle/>
        <a:p>
          <a:endParaRPr lang="en-US"/>
        </a:p>
      </dgm:t>
    </dgm:pt>
    <dgm:pt modelId="{D8CC4644-8006-4A2A-95C4-76F6AF163899}">
      <dgm:prSet/>
      <dgm:spPr/>
      <dgm:t>
        <a:bodyPr/>
        <a:lstStyle/>
        <a:p>
          <a:r>
            <a:rPr lang="en-IN"/>
            <a:t>Department‑level workforce distribution</a:t>
          </a:r>
          <a:endParaRPr lang="en-US"/>
        </a:p>
      </dgm:t>
    </dgm:pt>
    <dgm:pt modelId="{1229E493-98AD-4C8C-8017-647C96F54A62}" type="parTrans" cxnId="{916761E1-B1F6-455D-94D7-49BBAFECE814}">
      <dgm:prSet/>
      <dgm:spPr/>
      <dgm:t>
        <a:bodyPr/>
        <a:lstStyle/>
        <a:p>
          <a:endParaRPr lang="en-US"/>
        </a:p>
      </dgm:t>
    </dgm:pt>
    <dgm:pt modelId="{39E1955F-6EF5-4105-9C35-8DCF995C9F19}" type="sibTrans" cxnId="{916761E1-B1F6-455D-94D7-49BBAFECE814}">
      <dgm:prSet/>
      <dgm:spPr/>
      <dgm:t>
        <a:bodyPr/>
        <a:lstStyle/>
        <a:p>
          <a:endParaRPr lang="en-US"/>
        </a:p>
      </dgm:t>
    </dgm:pt>
    <dgm:pt modelId="{C1561146-D8E1-450C-BDE6-34C7CB498E91}">
      <dgm:prSet/>
      <dgm:spPr/>
      <dgm:t>
        <a:bodyPr/>
        <a:lstStyle/>
        <a:p>
          <a:r>
            <a:rPr lang="en-IN"/>
            <a:t>Location‑wise attrition patterns</a:t>
          </a:r>
          <a:endParaRPr lang="en-US"/>
        </a:p>
      </dgm:t>
    </dgm:pt>
    <dgm:pt modelId="{0A5EC0BF-8064-4257-BC43-9C673E3B5926}" type="parTrans" cxnId="{081987A6-B902-43A4-977B-15A2E6526ED4}">
      <dgm:prSet/>
      <dgm:spPr/>
      <dgm:t>
        <a:bodyPr/>
        <a:lstStyle/>
        <a:p>
          <a:endParaRPr lang="en-US"/>
        </a:p>
      </dgm:t>
    </dgm:pt>
    <dgm:pt modelId="{AE85D695-C238-49E2-B3EF-7B88BD43AC84}" type="sibTrans" cxnId="{081987A6-B902-43A4-977B-15A2E6526ED4}">
      <dgm:prSet/>
      <dgm:spPr/>
      <dgm:t>
        <a:bodyPr/>
        <a:lstStyle/>
        <a:p>
          <a:endParaRPr lang="en-US"/>
        </a:p>
      </dgm:t>
    </dgm:pt>
    <dgm:pt modelId="{2587B2A0-6A55-49CF-81EA-96B42031CDFB}" type="pres">
      <dgm:prSet presAssocID="{E5C6664E-24AF-4B01-8289-25522765D42E}" presName="vert0" presStyleCnt="0">
        <dgm:presLayoutVars>
          <dgm:dir/>
          <dgm:animOne val="branch"/>
          <dgm:animLvl val="lvl"/>
        </dgm:presLayoutVars>
      </dgm:prSet>
      <dgm:spPr/>
    </dgm:pt>
    <dgm:pt modelId="{4B6D9D16-F206-4445-9A03-BDB2C0FDCAA3}" type="pres">
      <dgm:prSet presAssocID="{467EFE57-44D1-492A-8556-BA8058CAD3CA}" presName="thickLine" presStyleLbl="alignNode1" presStyleIdx="0" presStyleCnt="7"/>
      <dgm:spPr/>
    </dgm:pt>
    <dgm:pt modelId="{1582A031-2596-4FF9-9000-F1825B0CD70F}" type="pres">
      <dgm:prSet presAssocID="{467EFE57-44D1-492A-8556-BA8058CAD3CA}" presName="horz1" presStyleCnt="0"/>
      <dgm:spPr/>
    </dgm:pt>
    <dgm:pt modelId="{7DBB3C11-BBAB-4FE5-A471-5385AA12EB45}" type="pres">
      <dgm:prSet presAssocID="{467EFE57-44D1-492A-8556-BA8058CAD3CA}" presName="tx1" presStyleLbl="revTx" presStyleIdx="0" presStyleCnt="7"/>
      <dgm:spPr/>
    </dgm:pt>
    <dgm:pt modelId="{105174B2-78ED-4C7D-9ED8-5417548AA1A4}" type="pres">
      <dgm:prSet presAssocID="{467EFE57-44D1-492A-8556-BA8058CAD3CA}" presName="vert1" presStyleCnt="0"/>
      <dgm:spPr/>
    </dgm:pt>
    <dgm:pt modelId="{2F3BD90B-5CCE-4192-A06F-C1F096FA2DBB}" type="pres">
      <dgm:prSet presAssocID="{33194A80-3A4E-435F-9E29-07ED262681E6}" presName="thickLine" presStyleLbl="alignNode1" presStyleIdx="1" presStyleCnt="7"/>
      <dgm:spPr/>
    </dgm:pt>
    <dgm:pt modelId="{1914F87D-BA00-423D-8F94-BEF6F96FCD6E}" type="pres">
      <dgm:prSet presAssocID="{33194A80-3A4E-435F-9E29-07ED262681E6}" presName="horz1" presStyleCnt="0"/>
      <dgm:spPr/>
    </dgm:pt>
    <dgm:pt modelId="{3772F012-F429-486D-9489-1076879B282D}" type="pres">
      <dgm:prSet presAssocID="{33194A80-3A4E-435F-9E29-07ED262681E6}" presName="tx1" presStyleLbl="revTx" presStyleIdx="1" presStyleCnt="7"/>
      <dgm:spPr/>
    </dgm:pt>
    <dgm:pt modelId="{80558BB5-028A-48D6-9BFD-164A04E92C3C}" type="pres">
      <dgm:prSet presAssocID="{33194A80-3A4E-435F-9E29-07ED262681E6}" presName="vert1" presStyleCnt="0"/>
      <dgm:spPr/>
    </dgm:pt>
    <dgm:pt modelId="{EA1C2C42-727B-48D3-9034-91C602FA7A05}" type="pres">
      <dgm:prSet presAssocID="{16FDDF38-2683-4077-95F4-2942FCDB5791}" presName="thickLine" presStyleLbl="alignNode1" presStyleIdx="2" presStyleCnt="7"/>
      <dgm:spPr/>
    </dgm:pt>
    <dgm:pt modelId="{96CE25B3-A782-4E8F-B8C4-A82C29F6D103}" type="pres">
      <dgm:prSet presAssocID="{16FDDF38-2683-4077-95F4-2942FCDB5791}" presName="horz1" presStyleCnt="0"/>
      <dgm:spPr/>
    </dgm:pt>
    <dgm:pt modelId="{F7B0F12A-C732-4B86-8555-818789396DCF}" type="pres">
      <dgm:prSet presAssocID="{16FDDF38-2683-4077-95F4-2942FCDB5791}" presName="tx1" presStyleLbl="revTx" presStyleIdx="2" presStyleCnt="7"/>
      <dgm:spPr/>
    </dgm:pt>
    <dgm:pt modelId="{A7AEADDA-0BB2-4AEA-8938-EFB4EBC21ED8}" type="pres">
      <dgm:prSet presAssocID="{16FDDF38-2683-4077-95F4-2942FCDB5791}" presName="vert1" presStyleCnt="0"/>
      <dgm:spPr/>
    </dgm:pt>
    <dgm:pt modelId="{71A30853-361F-4E92-884E-5B0A28871212}" type="pres">
      <dgm:prSet presAssocID="{5669C652-7250-4441-85D7-A10EB96927B4}" presName="thickLine" presStyleLbl="alignNode1" presStyleIdx="3" presStyleCnt="7"/>
      <dgm:spPr/>
    </dgm:pt>
    <dgm:pt modelId="{6A73977F-64F4-4A29-8DD8-946A2E189823}" type="pres">
      <dgm:prSet presAssocID="{5669C652-7250-4441-85D7-A10EB96927B4}" presName="horz1" presStyleCnt="0"/>
      <dgm:spPr/>
    </dgm:pt>
    <dgm:pt modelId="{0F02F312-1C6E-4AB4-9E9A-78F31A4C70E1}" type="pres">
      <dgm:prSet presAssocID="{5669C652-7250-4441-85D7-A10EB96927B4}" presName="tx1" presStyleLbl="revTx" presStyleIdx="3" presStyleCnt="7"/>
      <dgm:spPr/>
    </dgm:pt>
    <dgm:pt modelId="{C686F27B-6182-49BD-A5AA-114AD893B96F}" type="pres">
      <dgm:prSet presAssocID="{5669C652-7250-4441-85D7-A10EB96927B4}" presName="vert1" presStyleCnt="0"/>
      <dgm:spPr/>
    </dgm:pt>
    <dgm:pt modelId="{9599F708-0351-4C01-B690-3E41EF1F26D9}" type="pres">
      <dgm:prSet presAssocID="{1C386ADD-9534-44B1-832A-98E315A0FF1A}" presName="thickLine" presStyleLbl="alignNode1" presStyleIdx="4" presStyleCnt="7"/>
      <dgm:spPr/>
    </dgm:pt>
    <dgm:pt modelId="{1D9FEF54-F061-4F5B-8DC2-E43A21502EB2}" type="pres">
      <dgm:prSet presAssocID="{1C386ADD-9534-44B1-832A-98E315A0FF1A}" presName="horz1" presStyleCnt="0"/>
      <dgm:spPr/>
    </dgm:pt>
    <dgm:pt modelId="{C5323D4C-254C-452E-8F33-B718DD2A82C8}" type="pres">
      <dgm:prSet presAssocID="{1C386ADD-9534-44B1-832A-98E315A0FF1A}" presName="tx1" presStyleLbl="revTx" presStyleIdx="4" presStyleCnt="7"/>
      <dgm:spPr/>
    </dgm:pt>
    <dgm:pt modelId="{91E1578A-403E-4CCB-BAFA-467D185482B9}" type="pres">
      <dgm:prSet presAssocID="{1C386ADD-9534-44B1-832A-98E315A0FF1A}" presName="vert1" presStyleCnt="0"/>
      <dgm:spPr/>
    </dgm:pt>
    <dgm:pt modelId="{9D75B0A2-F0C7-4C85-BC9C-9271DF9388D3}" type="pres">
      <dgm:prSet presAssocID="{D8CC4644-8006-4A2A-95C4-76F6AF163899}" presName="thickLine" presStyleLbl="alignNode1" presStyleIdx="5" presStyleCnt="7"/>
      <dgm:spPr/>
    </dgm:pt>
    <dgm:pt modelId="{99A39ADD-AD19-4214-AC27-666E59542B87}" type="pres">
      <dgm:prSet presAssocID="{D8CC4644-8006-4A2A-95C4-76F6AF163899}" presName="horz1" presStyleCnt="0"/>
      <dgm:spPr/>
    </dgm:pt>
    <dgm:pt modelId="{E248BBAF-F365-44C6-9AB7-A40729E88EF6}" type="pres">
      <dgm:prSet presAssocID="{D8CC4644-8006-4A2A-95C4-76F6AF163899}" presName="tx1" presStyleLbl="revTx" presStyleIdx="5" presStyleCnt="7"/>
      <dgm:spPr/>
    </dgm:pt>
    <dgm:pt modelId="{23194527-040A-4F48-984F-78048141BE51}" type="pres">
      <dgm:prSet presAssocID="{D8CC4644-8006-4A2A-95C4-76F6AF163899}" presName="vert1" presStyleCnt="0"/>
      <dgm:spPr/>
    </dgm:pt>
    <dgm:pt modelId="{5DCE2BB8-B0E9-43A6-BDBA-2E88EC233366}" type="pres">
      <dgm:prSet presAssocID="{C1561146-D8E1-450C-BDE6-34C7CB498E91}" presName="thickLine" presStyleLbl="alignNode1" presStyleIdx="6" presStyleCnt="7"/>
      <dgm:spPr/>
    </dgm:pt>
    <dgm:pt modelId="{494D8DA5-6D32-4A96-9D1B-4286F36B3E26}" type="pres">
      <dgm:prSet presAssocID="{C1561146-D8E1-450C-BDE6-34C7CB498E91}" presName="horz1" presStyleCnt="0"/>
      <dgm:spPr/>
    </dgm:pt>
    <dgm:pt modelId="{5516E499-0463-4944-81A5-F03D11E9CC74}" type="pres">
      <dgm:prSet presAssocID="{C1561146-D8E1-450C-BDE6-34C7CB498E91}" presName="tx1" presStyleLbl="revTx" presStyleIdx="6" presStyleCnt="7"/>
      <dgm:spPr/>
    </dgm:pt>
    <dgm:pt modelId="{FAEEBAF2-E770-4020-B4F2-EA706752540F}" type="pres">
      <dgm:prSet presAssocID="{C1561146-D8E1-450C-BDE6-34C7CB498E91}" presName="vert1" presStyleCnt="0"/>
      <dgm:spPr/>
    </dgm:pt>
  </dgm:ptLst>
  <dgm:cxnLst>
    <dgm:cxn modelId="{E7D2C52D-A4DE-4834-BE66-3158CFC7E162}" srcId="{E5C6664E-24AF-4B01-8289-25522765D42E}" destId="{33194A80-3A4E-435F-9E29-07ED262681E6}" srcOrd="1" destOrd="0" parTransId="{DC05C136-DF9D-462A-83F5-3B40FB102A99}" sibTransId="{486522FF-C729-4E85-8DE9-55BE4C1C914A}"/>
    <dgm:cxn modelId="{107BFB30-C324-44FE-B922-7197D73B2FF7}" type="presOf" srcId="{33194A80-3A4E-435F-9E29-07ED262681E6}" destId="{3772F012-F429-486D-9489-1076879B282D}" srcOrd="0" destOrd="0" presId="urn:microsoft.com/office/officeart/2008/layout/LinedList"/>
    <dgm:cxn modelId="{210B0260-05DC-4031-9A92-4916FDBD00AA}" type="presOf" srcId="{D8CC4644-8006-4A2A-95C4-76F6AF163899}" destId="{E248BBAF-F365-44C6-9AB7-A40729E88EF6}" srcOrd="0" destOrd="0" presId="urn:microsoft.com/office/officeart/2008/layout/LinedList"/>
    <dgm:cxn modelId="{6B182664-DE32-4BC4-8AEB-52789D3759A6}" srcId="{E5C6664E-24AF-4B01-8289-25522765D42E}" destId="{5669C652-7250-4441-85D7-A10EB96927B4}" srcOrd="3" destOrd="0" parTransId="{C5BBD6A1-0AAB-42C7-85E8-E5FF05A2990A}" sibTransId="{A4901BE0-7856-4CDD-96EA-F2917408E21D}"/>
    <dgm:cxn modelId="{DA02714C-3EE7-455C-BE41-FB4464E80807}" type="presOf" srcId="{E5C6664E-24AF-4B01-8289-25522765D42E}" destId="{2587B2A0-6A55-49CF-81EA-96B42031CDFB}" srcOrd="0" destOrd="0" presId="urn:microsoft.com/office/officeart/2008/layout/LinedList"/>
    <dgm:cxn modelId="{4B2E997B-1F1B-4357-A23E-F900B89F9F11}" srcId="{E5C6664E-24AF-4B01-8289-25522765D42E}" destId="{16FDDF38-2683-4077-95F4-2942FCDB5791}" srcOrd="2" destOrd="0" parTransId="{0E439B1E-FFF2-41DC-ADBC-3D29BC26B80F}" sibTransId="{EC28681C-8591-4884-88E4-EF466346418F}"/>
    <dgm:cxn modelId="{1FFD0E80-446E-4E84-BD4F-E58A78127D09}" type="presOf" srcId="{C1561146-D8E1-450C-BDE6-34C7CB498E91}" destId="{5516E499-0463-4944-81A5-F03D11E9CC74}" srcOrd="0" destOrd="0" presId="urn:microsoft.com/office/officeart/2008/layout/LinedList"/>
    <dgm:cxn modelId="{125011A3-C23B-479A-8E44-BA5F9E014566}" type="presOf" srcId="{16FDDF38-2683-4077-95F4-2942FCDB5791}" destId="{F7B0F12A-C732-4B86-8555-818789396DCF}" srcOrd="0" destOrd="0" presId="urn:microsoft.com/office/officeart/2008/layout/LinedList"/>
    <dgm:cxn modelId="{081987A6-B902-43A4-977B-15A2E6526ED4}" srcId="{E5C6664E-24AF-4B01-8289-25522765D42E}" destId="{C1561146-D8E1-450C-BDE6-34C7CB498E91}" srcOrd="6" destOrd="0" parTransId="{0A5EC0BF-8064-4257-BC43-9C673E3B5926}" sibTransId="{AE85D695-C238-49E2-B3EF-7B88BD43AC84}"/>
    <dgm:cxn modelId="{6DCF20AA-F66C-4618-8ED4-DEBBF6E84B0A}" type="presOf" srcId="{5669C652-7250-4441-85D7-A10EB96927B4}" destId="{0F02F312-1C6E-4AB4-9E9A-78F31A4C70E1}" srcOrd="0" destOrd="0" presId="urn:microsoft.com/office/officeart/2008/layout/LinedList"/>
    <dgm:cxn modelId="{01475EBF-4792-421D-B91E-E3918B7C2A3A}" type="presOf" srcId="{467EFE57-44D1-492A-8556-BA8058CAD3CA}" destId="{7DBB3C11-BBAB-4FE5-A471-5385AA12EB45}" srcOrd="0" destOrd="0" presId="urn:microsoft.com/office/officeart/2008/layout/LinedList"/>
    <dgm:cxn modelId="{97663ECD-B837-4761-B937-C96F3054A006}" srcId="{E5C6664E-24AF-4B01-8289-25522765D42E}" destId="{1C386ADD-9534-44B1-832A-98E315A0FF1A}" srcOrd="4" destOrd="0" parTransId="{9371C89F-9EB8-47DC-9355-733E20F8AD81}" sibTransId="{FF245A43-A1BB-472F-A01F-CDF462FC695A}"/>
    <dgm:cxn modelId="{782C5DD3-33B8-42B2-9BBD-36BE70B9D794}" type="presOf" srcId="{1C386ADD-9534-44B1-832A-98E315A0FF1A}" destId="{C5323D4C-254C-452E-8F33-B718DD2A82C8}" srcOrd="0" destOrd="0" presId="urn:microsoft.com/office/officeart/2008/layout/LinedList"/>
    <dgm:cxn modelId="{9E36ABD3-FADA-4A5A-90E1-B5CB1CB4B12D}" srcId="{E5C6664E-24AF-4B01-8289-25522765D42E}" destId="{467EFE57-44D1-492A-8556-BA8058CAD3CA}" srcOrd="0" destOrd="0" parTransId="{927180C3-6AA6-4304-A83A-AB4773109C97}" sibTransId="{49ACE78D-C7F3-43BF-A348-23091505DCFF}"/>
    <dgm:cxn modelId="{916761E1-B1F6-455D-94D7-49BBAFECE814}" srcId="{E5C6664E-24AF-4B01-8289-25522765D42E}" destId="{D8CC4644-8006-4A2A-95C4-76F6AF163899}" srcOrd="5" destOrd="0" parTransId="{1229E493-98AD-4C8C-8017-647C96F54A62}" sibTransId="{39E1955F-6EF5-4105-9C35-8DCF995C9F19}"/>
    <dgm:cxn modelId="{3C5AE9E9-F824-45BC-B77E-D4BD12B47AB7}" type="presParOf" srcId="{2587B2A0-6A55-49CF-81EA-96B42031CDFB}" destId="{4B6D9D16-F206-4445-9A03-BDB2C0FDCAA3}" srcOrd="0" destOrd="0" presId="urn:microsoft.com/office/officeart/2008/layout/LinedList"/>
    <dgm:cxn modelId="{E97E0737-1C0B-4A9F-AF82-B7E109E78551}" type="presParOf" srcId="{2587B2A0-6A55-49CF-81EA-96B42031CDFB}" destId="{1582A031-2596-4FF9-9000-F1825B0CD70F}" srcOrd="1" destOrd="0" presId="urn:microsoft.com/office/officeart/2008/layout/LinedList"/>
    <dgm:cxn modelId="{8843FB65-58C1-4100-9D5D-E94219B603C6}" type="presParOf" srcId="{1582A031-2596-4FF9-9000-F1825B0CD70F}" destId="{7DBB3C11-BBAB-4FE5-A471-5385AA12EB45}" srcOrd="0" destOrd="0" presId="urn:microsoft.com/office/officeart/2008/layout/LinedList"/>
    <dgm:cxn modelId="{66A00924-D5FA-4598-93C2-02023F24DA54}" type="presParOf" srcId="{1582A031-2596-4FF9-9000-F1825B0CD70F}" destId="{105174B2-78ED-4C7D-9ED8-5417548AA1A4}" srcOrd="1" destOrd="0" presId="urn:microsoft.com/office/officeart/2008/layout/LinedList"/>
    <dgm:cxn modelId="{D2FE5423-8A1F-46FB-A2DB-8BE054095D22}" type="presParOf" srcId="{2587B2A0-6A55-49CF-81EA-96B42031CDFB}" destId="{2F3BD90B-5CCE-4192-A06F-C1F096FA2DBB}" srcOrd="2" destOrd="0" presId="urn:microsoft.com/office/officeart/2008/layout/LinedList"/>
    <dgm:cxn modelId="{6636527A-E161-4B39-A5B1-A2520009530E}" type="presParOf" srcId="{2587B2A0-6A55-49CF-81EA-96B42031CDFB}" destId="{1914F87D-BA00-423D-8F94-BEF6F96FCD6E}" srcOrd="3" destOrd="0" presId="urn:microsoft.com/office/officeart/2008/layout/LinedList"/>
    <dgm:cxn modelId="{826AAB8B-4999-4BD7-BBA0-68A53474D510}" type="presParOf" srcId="{1914F87D-BA00-423D-8F94-BEF6F96FCD6E}" destId="{3772F012-F429-486D-9489-1076879B282D}" srcOrd="0" destOrd="0" presId="urn:microsoft.com/office/officeart/2008/layout/LinedList"/>
    <dgm:cxn modelId="{688FEF5D-A9B5-495E-8B8C-989C5BB9DB8D}" type="presParOf" srcId="{1914F87D-BA00-423D-8F94-BEF6F96FCD6E}" destId="{80558BB5-028A-48D6-9BFD-164A04E92C3C}" srcOrd="1" destOrd="0" presId="urn:microsoft.com/office/officeart/2008/layout/LinedList"/>
    <dgm:cxn modelId="{66400FD8-5895-41DE-9268-935C8EE1843A}" type="presParOf" srcId="{2587B2A0-6A55-49CF-81EA-96B42031CDFB}" destId="{EA1C2C42-727B-48D3-9034-91C602FA7A05}" srcOrd="4" destOrd="0" presId="urn:microsoft.com/office/officeart/2008/layout/LinedList"/>
    <dgm:cxn modelId="{FC85CC03-4963-4AF7-B496-CB5ED23D5460}" type="presParOf" srcId="{2587B2A0-6A55-49CF-81EA-96B42031CDFB}" destId="{96CE25B3-A782-4E8F-B8C4-A82C29F6D103}" srcOrd="5" destOrd="0" presId="urn:microsoft.com/office/officeart/2008/layout/LinedList"/>
    <dgm:cxn modelId="{CA15D738-0309-4249-99BC-A5C09D19BDBA}" type="presParOf" srcId="{96CE25B3-A782-4E8F-B8C4-A82C29F6D103}" destId="{F7B0F12A-C732-4B86-8555-818789396DCF}" srcOrd="0" destOrd="0" presId="urn:microsoft.com/office/officeart/2008/layout/LinedList"/>
    <dgm:cxn modelId="{C76BA5F1-E7A5-4369-B2BE-6CFA4F40043C}" type="presParOf" srcId="{96CE25B3-A782-4E8F-B8C4-A82C29F6D103}" destId="{A7AEADDA-0BB2-4AEA-8938-EFB4EBC21ED8}" srcOrd="1" destOrd="0" presId="urn:microsoft.com/office/officeart/2008/layout/LinedList"/>
    <dgm:cxn modelId="{126FFEBE-CCCE-4B41-B16F-8B76318B0A5A}" type="presParOf" srcId="{2587B2A0-6A55-49CF-81EA-96B42031CDFB}" destId="{71A30853-361F-4E92-884E-5B0A28871212}" srcOrd="6" destOrd="0" presId="urn:microsoft.com/office/officeart/2008/layout/LinedList"/>
    <dgm:cxn modelId="{9E450C17-A6F6-4A31-A72B-E678CA0D3B05}" type="presParOf" srcId="{2587B2A0-6A55-49CF-81EA-96B42031CDFB}" destId="{6A73977F-64F4-4A29-8DD8-946A2E189823}" srcOrd="7" destOrd="0" presId="urn:microsoft.com/office/officeart/2008/layout/LinedList"/>
    <dgm:cxn modelId="{B515D4FD-FE52-4A6F-A907-54E0B7507760}" type="presParOf" srcId="{6A73977F-64F4-4A29-8DD8-946A2E189823}" destId="{0F02F312-1C6E-4AB4-9E9A-78F31A4C70E1}" srcOrd="0" destOrd="0" presId="urn:microsoft.com/office/officeart/2008/layout/LinedList"/>
    <dgm:cxn modelId="{9AF16423-7DBC-47C3-9373-086264A27BF8}" type="presParOf" srcId="{6A73977F-64F4-4A29-8DD8-946A2E189823}" destId="{C686F27B-6182-49BD-A5AA-114AD893B96F}" srcOrd="1" destOrd="0" presId="urn:microsoft.com/office/officeart/2008/layout/LinedList"/>
    <dgm:cxn modelId="{12E05FC6-1259-4335-803E-6E8362FDB105}" type="presParOf" srcId="{2587B2A0-6A55-49CF-81EA-96B42031CDFB}" destId="{9599F708-0351-4C01-B690-3E41EF1F26D9}" srcOrd="8" destOrd="0" presId="urn:microsoft.com/office/officeart/2008/layout/LinedList"/>
    <dgm:cxn modelId="{7E441554-5AA6-41BD-B5F4-95B6F0894BC0}" type="presParOf" srcId="{2587B2A0-6A55-49CF-81EA-96B42031CDFB}" destId="{1D9FEF54-F061-4F5B-8DC2-E43A21502EB2}" srcOrd="9" destOrd="0" presId="urn:microsoft.com/office/officeart/2008/layout/LinedList"/>
    <dgm:cxn modelId="{AAC7C4FF-9516-44DF-BE54-FCB7D6EDE72C}" type="presParOf" srcId="{1D9FEF54-F061-4F5B-8DC2-E43A21502EB2}" destId="{C5323D4C-254C-452E-8F33-B718DD2A82C8}" srcOrd="0" destOrd="0" presId="urn:microsoft.com/office/officeart/2008/layout/LinedList"/>
    <dgm:cxn modelId="{33CDC1A6-57BC-4A1E-90CB-BCB5ABD04820}" type="presParOf" srcId="{1D9FEF54-F061-4F5B-8DC2-E43A21502EB2}" destId="{91E1578A-403E-4CCB-BAFA-467D185482B9}" srcOrd="1" destOrd="0" presId="urn:microsoft.com/office/officeart/2008/layout/LinedList"/>
    <dgm:cxn modelId="{72951572-C149-4936-9543-2CE5CB807E08}" type="presParOf" srcId="{2587B2A0-6A55-49CF-81EA-96B42031CDFB}" destId="{9D75B0A2-F0C7-4C85-BC9C-9271DF9388D3}" srcOrd="10" destOrd="0" presId="urn:microsoft.com/office/officeart/2008/layout/LinedList"/>
    <dgm:cxn modelId="{A0FDFEE0-FD26-4B9F-A3E6-0DDEFEC0CBE8}" type="presParOf" srcId="{2587B2A0-6A55-49CF-81EA-96B42031CDFB}" destId="{99A39ADD-AD19-4214-AC27-666E59542B87}" srcOrd="11" destOrd="0" presId="urn:microsoft.com/office/officeart/2008/layout/LinedList"/>
    <dgm:cxn modelId="{6897F32D-D57A-4E00-BD61-FD0F03AF1CCD}" type="presParOf" srcId="{99A39ADD-AD19-4214-AC27-666E59542B87}" destId="{E248BBAF-F365-44C6-9AB7-A40729E88EF6}" srcOrd="0" destOrd="0" presId="urn:microsoft.com/office/officeart/2008/layout/LinedList"/>
    <dgm:cxn modelId="{8A16944C-8EF7-47BF-8AA4-1148C3926BAF}" type="presParOf" srcId="{99A39ADD-AD19-4214-AC27-666E59542B87}" destId="{23194527-040A-4F48-984F-78048141BE51}" srcOrd="1" destOrd="0" presId="urn:microsoft.com/office/officeart/2008/layout/LinedList"/>
    <dgm:cxn modelId="{0BC58E0B-42CC-4850-B1C1-D5D8105461F7}" type="presParOf" srcId="{2587B2A0-6A55-49CF-81EA-96B42031CDFB}" destId="{5DCE2BB8-B0E9-43A6-BDBA-2E88EC233366}" srcOrd="12" destOrd="0" presId="urn:microsoft.com/office/officeart/2008/layout/LinedList"/>
    <dgm:cxn modelId="{1FF440D7-D240-4214-B598-CD36C00E8DB5}" type="presParOf" srcId="{2587B2A0-6A55-49CF-81EA-96B42031CDFB}" destId="{494D8DA5-6D32-4A96-9D1B-4286F36B3E26}" srcOrd="13" destOrd="0" presId="urn:microsoft.com/office/officeart/2008/layout/LinedList"/>
    <dgm:cxn modelId="{E018DA3B-FC9B-41AF-88D6-CF34F0FC7D83}" type="presParOf" srcId="{494D8DA5-6D32-4A96-9D1B-4286F36B3E26}" destId="{5516E499-0463-4944-81A5-F03D11E9CC74}" srcOrd="0" destOrd="0" presId="urn:microsoft.com/office/officeart/2008/layout/LinedList"/>
    <dgm:cxn modelId="{FC69C938-54AD-4F4B-92A4-0B2564E7D67C}" type="presParOf" srcId="{494D8DA5-6D32-4A96-9D1B-4286F36B3E26}" destId="{FAEEBAF2-E770-4020-B4F2-EA706752540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338F058-3950-4AFC-83F8-C8C44B1CD716}"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7070DA2-5C0A-4315-BCDE-862ED5802642}">
      <dgm:prSet/>
      <dgm:spPr/>
      <dgm:t>
        <a:bodyPr/>
        <a:lstStyle/>
        <a:p>
          <a:pPr>
            <a:defRPr cap="all"/>
          </a:pPr>
          <a:r>
            <a:rPr lang="en-IN" b="1"/>
            <a:t>Business Question:</a:t>
          </a:r>
          <a:r>
            <a:rPr lang="en-IN"/>
            <a:t> Who is leaving, and why?</a:t>
          </a:r>
          <a:endParaRPr lang="en-US"/>
        </a:p>
      </dgm:t>
    </dgm:pt>
    <dgm:pt modelId="{ECE7F850-645E-4B36-949F-AF39D38E19B2}" type="parTrans" cxnId="{A7631658-3DB0-40F2-BFC1-9D7CC1F03390}">
      <dgm:prSet/>
      <dgm:spPr/>
      <dgm:t>
        <a:bodyPr/>
        <a:lstStyle/>
        <a:p>
          <a:endParaRPr lang="en-US"/>
        </a:p>
      </dgm:t>
    </dgm:pt>
    <dgm:pt modelId="{08A2CB72-63F6-4FE7-BC36-EB46664A15DA}" type="sibTrans" cxnId="{A7631658-3DB0-40F2-BFC1-9D7CC1F03390}">
      <dgm:prSet/>
      <dgm:spPr/>
      <dgm:t>
        <a:bodyPr/>
        <a:lstStyle/>
        <a:p>
          <a:endParaRPr lang="en-US"/>
        </a:p>
      </dgm:t>
    </dgm:pt>
    <dgm:pt modelId="{D2C2F00D-BCC3-4202-BC65-64A8D14852C2}">
      <dgm:prSet/>
      <dgm:spPr/>
      <dgm:t>
        <a:bodyPr/>
        <a:lstStyle/>
        <a:p>
          <a:pPr>
            <a:defRPr cap="all"/>
          </a:pPr>
          <a:r>
            <a:rPr lang="en-IN"/>
            <a:t>Key insights:</a:t>
          </a:r>
          <a:endParaRPr lang="en-US"/>
        </a:p>
      </dgm:t>
    </dgm:pt>
    <dgm:pt modelId="{1C1EDBB6-51F2-49E9-8A4E-D1E4B88B272C}" type="parTrans" cxnId="{B896C07A-72DF-4314-846D-11756E046BF5}">
      <dgm:prSet/>
      <dgm:spPr/>
      <dgm:t>
        <a:bodyPr/>
        <a:lstStyle/>
        <a:p>
          <a:endParaRPr lang="en-US"/>
        </a:p>
      </dgm:t>
    </dgm:pt>
    <dgm:pt modelId="{5823EB50-3C08-47FB-B971-6FC4CD9A8042}" type="sibTrans" cxnId="{B896C07A-72DF-4314-846D-11756E046BF5}">
      <dgm:prSet/>
      <dgm:spPr/>
      <dgm:t>
        <a:bodyPr/>
        <a:lstStyle/>
        <a:p>
          <a:endParaRPr lang="en-US"/>
        </a:p>
      </dgm:t>
    </dgm:pt>
    <dgm:pt modelId="{B7A5ABFA-0C58-4FE9-A10C-A274FD1625DB}">
      <dgm:prSet/>
      <dgm:spPr/>
      <dgm:t>
        <a:bodyPr/>
        <a:lstStyle/>
        <a:p>
          <a:pPr>
            <a:defRPr cap="all"/>
          </a:pPr>
          <a:r>
            <a:rPr lang="en-IN"/>
            <a:t>High‑attrition departments</a:t>
          </a:r>
          <a:endParaRPr lang="en-US"/>
        </a:p>
      </dgm:t>
    </dgm:pt>
    <dgm:pt modelId="{8294E501-DA25-4996-9106-B9097ACF4D59}" type="parTrans" cxnId="{CBD0C062-4AC3-4BE0-A526-53FA83EA36A3}">
      <dgm:prSet/>
      <dgm:spPr/>
      <dgm:t>
        <a:bodyPr/>
        <a:lstStyle/>
        <a:p>
          <a:endParaRPr lang="en-US"/>
        </a:p>
      </dgm:t>
    </dgm:pt>
    <dgm:pt modelId="{D85B9523-16DE-4EC9-904B-008249DC35CF}" type="sibTrans" cxnId="{CBD0C062-4AC3-4BE0-A526-53FA83EA36A3}">
      <dgm:prSet/>
      <dgm:spPr/>
      <dgm:t>
        <a:bodyPr/>
        <a:lstStyle/>
        <a:p>
          <a:endParaRPr lang="en-US"/>
        </a:p>
      </dgm:t>
    </dgm:pt>
    <dgm:pt modelId="{C0926C89-F5FE-4E42-8E1F-B9CED8BB5927}">
      <dgm:prSet/>
      <dgm:spPr/>
      <dgm:t>
        <a:bodyPr/>
        <a:lstStyle/>
        <a:p>
          <a:pPr>
            <a:defRPr cap="all"/>
          </a:pPr>
          <a:r>
            <a:rPr lang="en-IN"/>
            <a:t>Attrition by performance level</a:t>
          </a:r>
          <a:endParaRPr lang="en-US"/>
        </a:p>
      </dgm:t>
    </dgm:pt>
    <dgm:pt modelId="{4C8AB648-8B3A-4D5B-9384-5D9DDF4F28DF}" type="parTrans" cxnId="{31282CE1-7FF9-4613-897C-DC8C03FCCFD0}">
      <dgm:prSet/>
      <dgm:spPr/>
      <dgm:t>
        <a:bodyPr/>
        <a:lstStyle/>
        <a:p>
          <a:endParaRPr lang="en-US"/>
        </a:p>
      </dgm:t>
    </dgm:pt>
    <dgm:pt modelId="{B00983C3-C140-45C1-9363-5D093DA28E3E}" type="sibTrans" cxnId="{31282CE1-7FF9-4613-897C-DC8C03FCCFD0}">
      <dgm:prSet/>
      <dgm:spPr/>
      <dgm:t>
        <a:bodyPr/>
        <a:lstStyle/>
        <a:p>
          <a:endParaRPr lang="en-US"/>
        </a:p>
      </dgm:t>
    </dgm:pt>
    <dgm:pt modelId="{EDFE6301-E329-47C5-BB35-8CEA87F54040}">
      <dgm:prSet/>
      <dgm:spPr/>
      <dgm:t>
        <a:bodyPr/>
        <a:lstStyle/>
        <a:p>
          <a:pPr>
            <a:defRPr cap="all"/>
          </a:pPr>
          <a:r>
            <a:rPr lang="en-IN"/>
            <a:t>Attrition by engagement level</a:t>
          </a:r>
          <a:endParaRPr lang="en-US"/>
        </a:p>
      </dgm:t>
    </dgm:pt>
    <dgm:pt modelId="{89E8099B-3620-4455-B75F-4C142456FCD2}" type="parTrans" cxnId="{967774FC-A1D2-480C-8A86-A0C3BCA06F2D}">
      <dgm:prSet/>
      <dgm:spPr/>
      <dgm:t>
        <a:bodyPr/>
        <a:lstStyle/>
        <a:p>
          <a:endParaRPr lang="en-US"/>
        </a:p>
      </dgm:t>
    </dgm:pt>
    <dgm:pt modelId="{00914D4F-0902-4ED7-B936-F598FEE466A1}" type="sibTrans" cxnId="{967774FC-A1D2-480C-8A86-A0C3BCA06F2D}">
      <dgm:prSet/>
      <dgm:spPr/>
      <dgm:t>
        <a:bodyPr/>
        <a:lstStyle/>
        <a:p>
          <a:endParaRPr lang="en-US"/>
        </a:p>
      </dgm:t>
    </dgm:pt>
    <dgm:pt modelId="{A0E7603D-561A-426C-A46F-60E4394E4A2B}">
      <dgm:prSet/>
      <dgm:spPr/>
      <dgm:t>
        <a:bodyPr/>
        <a:lstStyle/>
        <a:p>
          <a:pPr>
            <a:defRPr cap="all"/>
          </a:pPr>
          <a:r>
            <a:rPr lang="en-IN"/>
            <a:t>Top reasons for termination</a:t>
          </a:r>
          <a:endParaRPr lang="en-US"/>
        </a:p>
      </dgm:t>
    </dgm:pt>
    <dgm:pt modelId="{CFB68FB6-1E6A-4389-A8CB-9B66189049D6}" type="parTrans" cxnId="{8CB35C4F-413A-4BF9-9339-A41DE142CD5A}">
      <dgm:prSet/>
      <dgm:spPr/>
      <dgm:t>
        <a:bodyPr/>
        <a:lstStyle/>
        <a:p>
          <a:endParaRPr lang="en-US"/>
        </a:p>
      </dgm:t>
    </dgm:pt>
    <dgm:pt modelId="{ABD30AED-A7D4-41DC-AD2B-C358FE3FB1F7}" type="sibTrans" cxnId="{8CB35C4F-413A-4BF9-9339-A41DE142CD5A}">
      <dgm:prSet/>
      <dgm:spPr/>
      <dgm:t>
        <a:bodyPr/>
        <a:lstStyle/>
        <a:p>
          <a:endParaRPr lang="en-US"/>
        </a:p>
      </dgm:t>
    </dgm:pt>
    <dgm:pt modelId="{9B05D829-C4FE-47D6-A1F7-FDCC42091FEC}" type="pres">
      <dgm:prSet presAssocID="{D338F058-3950-4AFC-83F8-C8C44B1CD716}" presName="root" presStyleCnt="0">
        <dgm:presLayoutVars>
          <dgm:dir/>
          <dgm:resizeHandles val="exact"/>
        </dgm:presLayoutVars>
      </dgm:prSet>
      <dgm:spPr/>
    </dgm:pt>
    <dgm:pt modelId="{FBC3CD07-C55C-4D4A-8D80-4D5356C82144}" type="pres">
      <dgm:prSet presAssocID="{27070DA2-5C0A-4315-BCDE-862ED5802642}" presName="compNode" presStyleCnt="0"/>
      <dgm:spPr/>
    </dgm:pt>
    <dgm:pt modelId="{A39EA13D-0103-49DC-9355-92D1BD4BDCA0}" type="pres">
      <dgm:prSet presAssocID="{27070DA2-5C0A-4315-BCDE-862ED5802642}" presName="iconBgRect" presStyleLbl="bgShp" presStyleIdx="0" presStyleCnt="6"/>
      <dgm:spPr/>
    </dgm:pt>
    <dgm:pt modelId="{1E083C68-0715-47B0-9799-904F87950CC0}" type="pres">
      <dgm:prSet presAssocID="{27070DA2-5C0A-4315-BCDE-862ED580264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EBA3D710-83FE-4C50-8F50-1D374390B569}" type="pres">
      <dgm:prSet presAssocID="{27070DA2-5C0A-4315-BCDE-862ED5802642}" presName="spaceRect" presStyleCnt="0"/>
      <dgm:spPr/>
    </dgm:pt>
    <dgm:pt modelId="{123BE74A-6D56-4B0E-9C4C-810FE18D0341}" type="pres">
      <dgm:prSet presAssocID="{27070DA2-5C0A-4315-BCDE-862ED5802642}" presName="textRect" presStyleLbl="revTx" presStyleIdx="0" presStyleCnt="6">
        <dgm:presLayoutVars>
          <dgm:chMax val="1"/>
          <dgm:chPref val="1"/>
        </dgm:presLayoutVars>
      </dgm:prSet>
      <dgm:spPr/>
    </dgm:pt>
    <dgm:pt modelId="{D6557D87-BB4F-4316-8B99-C816BB8EA9EA}" type="pres">
      <dgm:prSet presAssocID="{08A2CB72-63F6-4FE7-BC36-EB46664A15DA}" presName="sibTrans" presStyleCnt="0"/>
      <dgm:spPr/>
    </dgm:pt>
    <dgm:pt modelId="{CCC25642-BA1A-48BE-B476-D58980922C3B}" type="pres">
      <dgm:prSet presAssocID="{D2C2F00D-BCC3-4202-BC65-64A8D14852C2}" presName="compNode" presStyleCnt="0"/>
      <dgm:spPr/>
    </dgm:pt>
    <dgm:pt modelId="{24FE3EF9-C0BA-4C9A-94CA-41EC238E90E1}" type="pres">
      <dgm:prSet presAssocID="{D2C2F00D-BCC3-4202-BC65-64A8D14852C2}" presName="iconBgRect" presStyleLbl="bgShp" presStyleIdx="1" presStyleCnt="6"/>
      <dgm:spPr/>
    </dgm:pt>
    <dgm:pt modelId="{79A63938-B9AF-49D4-A124-3CE60D8E9274}" type="pres">
      <dgm:prSet presAssocID="{D2C2F00D-BCC3-4202-BC65-64A8D14852C2}"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D50D24FB-8A22-42E1-A5D1-A8E46AABAB23}" type="pres">
      <dgm:prSet presAssocID="{D2C2F00D-BCC3-4202-BC65-64A8D14852C2}" presName="spaceRect" presStyleCnt="0"/>
      <dgm:spPr/>
    </dgm:pt>
    <dgm:pt modelId="{D4ED6D13-0C8B-4C07-A023-7CD09269BA5E}" type="pres">
      <dgm:prSet presAssocID="{D2C2F00D-BCC3-4202-BC65-64A8D14852C2}" presName="textRect" presStyleLbl="revTx" presStyleIdx="1" presStyleCnt="6">
        <dgm:presLayoutVars>
          <dgm:chMax val="1"/>
          <dgm:chPref val="1"/>
        </dgm:presLayoutVars>
      </dgm:prSet>
      <dgm:spPr/>
    </dgm:pt>
    <dgm:pt modelId="{FCEA0A69-B7BD-4396-9E9E-8A8A05B1AD8F}" type="pres">
      <dgm:prSet presAssocID="{5823EB50-3C08-47FB-B971-6FC4CD9A8042}" presName="sibTrans" presStyleCnt="0"/>
      <dgm:spPr/>
    </dgm:pt>
    <dgm:pt modelId="{D06E438E-8716-4FCB-8398-89059643BF02}" type="pres">
      <dgm:prSet presAssocID="{B7A5ABFA-0C58-4FE9-A10C-A274FD1625DB}" presName="compNode" presStyleCnt="0"/>
      <dgm:spPr/>
    </dgm:pt>
    <dgm:pt modelId="{89AD3592-BA13-41CF-AD7B-2DFF16D7600E}" type="pres">
      <dgm:prSet presAssocID="{B7A5ABFA-0C58-4FE9-A10C-A274FD1625DB}" presName="iconBgRect" presStyleLbl="bgShp" presStyleIdx="2" presStyleCnt="6"/>
      <dgm:spPr/>
    </dgm:pt>
    <dgm:pt modelId="{5C635F98-6D06-4375-95CF-693771D5DCCA}" type="pres">
      <dgm:prSet presAssocID="{B7A5ABFA-0C58-4FE9-A10C-A274FD1625D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refighter"/>
        </a:ext>
      </dgm:extLst>
    </dgm:pt>
    <dgm:pt modelId="{C47F6620-A9AB-4D64-A0C8-58DC3EBA699A}" type="pres">
      <dgm:prSet presAssocID="{B7A5ABFA-0C58-4FE9-A10C-A274FD1625DB}" presName="spaceRect" presStyleCnt="0"/>
      <dgm:spPr/>
    </dgm:pt>
    <dgm:pt modelId="{DD302F70-6D66-4333-BEE7-EF23323E07C2}" type="pres">
      <dgm:prSet presAssocID="{B7A5ABFA-0C58-4FE9-A10C-A274FD1625DB}" presName="textRect" presStyleLbl="revTx" presStyleIdx="2" presStyleCnt="6">
        <dgm:presLayoutVars>
          <dgm:chMax val="1"/>
          <dgm:chPref val="1"/>
        </dgm:presLayoutVars>
      </dgm:prSet>
      <dgm:spPr/>
    </dgm:pt>
    <dgm:pt modelId="{43BFB9D7-A7B8-4077-9C93-B5384614B880}" type="pres">
      <dgm:prSet presAssocID="{D85B9523-16DE-4EC9-904B-008249DC35CF}" presName="sibTrans" presStyleCnt="0"/>
      <dgm:spPr/>
    </dgm:pt>
    <dgm:pt modelId="{954A112C-C57A-4B05-BEA9-6F2F1F2B3B76}" type="pres">
      <dgm:prSet presAssocID="{C0926C89-F5FE-4E42-8E1F-B9CED8BB5927}" presName="compNode" presStyleCnt="0"/>
      <dgm:spPr/>
    </dgm:pt>
    <dgm:pt modelId="{496ADA1C-A6DC-4C2A-B64E-2E02808CB44F}" type="pres">
      <dgm:prSet presAssocID="{C0926C89-F5FE-4E42-8E1F-B9CED8BB5927}" presName="iconBgRect" presStyleLbl="bgShp" presStyleIdx="3" presStyleCnt="6"/>
      <dgm:spPr/>
    </dgm:pt>
    <dgm:pt modelId="{680A3606-9C76-4F94-91BA-E9E1FD2DEFE0}" type="pres">
      <dgm:prSet presAssocID="{C0926C89-F5FE-4E42-8E1F-B9CED8BB592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7F27B41A-E26E-421F-8FC2-51DF4726EA51}" type="pres">
      <dgm:prSet presAssocID="{C0926C89-F5FE-4E42-8E1F-B9CED8BB5927}" presName="spaceRect" presStyleCnt="0"/>
      <dgm:spPr/>
    </dgm:pt>
    <dgm:pt modelId="{90BDBB72-220D-44E9-A47D-E2A0A2BD3D3A}" type="pres">
      <dgm:prSet presAssocID="{C0926C89-F5FE-4E42-8E1F-B9CED8BB5927}" presName="textRect" presStyleLbl="revTx" presStyleIdx="3" presStyleCnt="6">
        <dgm:presLayoutVars>
          <dgm:chMax val="1"/>
          <dgm:chPref val="1"/>
        </dgm:presLayoutVars>
      </dgm:prSet>
      <dgm:spPr/>
    </dgm:pt>
    <dgm:pt modelId="{C6337961-53D2-45FF-A20E-B6745E5D6E91}" type="pres">
      <dgm:prSet presAssocID="{B00983C3-C140-45C1-9363-5D093DA28E3E}" presName="sibTrans" presStyleCnt="0"/>
      <dgm:spPr/>
    </dgm:pt>
    <dgm:pt modelId="{F1960052-FF62-4B0D-8730-C2440F5D1648}" type="pres">
      <dgm:prSet presAssocID="{EDFE6301-E329-47C5-BB35-8CEA87F54040}" presName="compNode" presStyleCnt="0"/>
      <dgm:spPr/>
    </dgm:pt>
    <dgm:pt modelId="{ED7651B4-B6BF-48BA-B088-F7928040F8A1}" type="pres">
      <dgm:prSet presAssocID="{EDFE6301-E329-47C5-BB35-8CEA87F54040}" presName="iconBgRect" presStyleLbl="bgShp" presStyleIdx="4" presStyleCnt="6"/>
      <dgm:spPr/>
    </dgm:pt>
    <dgm:pt modelId="{F8992238-70FC-42DB-8C50-CB9ECBA78F63}" type="pres">
      <dgm:prSet presAssocID="{EDFE6301-E329-47C5-BB35-8CEA87F5404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oup"/>
        </a:ext>
      </dgm:extLst>
    </dgm:pt>
    <dgm:pt modelId="{150D2066-E06F-48DD-B421-BB24241313CA}" type="pres">
      <dgm:prSet presAssocID="{EDFE6301-E329-47C5-BB35-8CEA87F54040}" presName="spaceRect" presStyleCnt="0"/>
      <dgm:spPr/>
    </dgm:pt>
    <dgm:pt modelId="{051E2AFF-D25B-4802-A9F1-A813752DED63}" type="pres">
      <dgm:prSet presAssocID="{EDFE6301-E329-47C5-BB35-8CEA87F54040}" presName="textRect" presStyleLbl="revTx" presStyleIdx="4" presStyleCnt="6">
        <dgm:presLayoutVars>
          <dgm:chMax val="1"/>
          <dgm:chPref val="1"/>
        </dgm:presLayoutVars>
      </dgm:prSet>
      <dgm:spPr/>
    </dgm:pt>
    <dgm:pt modelId="{A535B72F-1819-44BF-8398-431205827687}" type="pres">
      <dgm:prSet presAssocID="{00914D4F-0902-4ED7-B936-F598FEE466A1}" presName="sibTrans" presStyleCnt="0"/>
      <dgm:spPr/>
    </dgm:pt>
    <dgm:pt modelId="{18E03328-BDF0-455B-9526-C87FB8879326}" type="pres">
      <dgm:prSet presAssocID="{A0E7603D-561A-426C-A46F-60E4394E4A2B}" presName="compNode" presStyleCnt="0"/>
      <dgm:spPr/>
    </dgm:pt>
    <dgm:pt modelId="{C9FF3EFC-B466-4FD9-A4D6-28D450624A00}" type="pres">
      <dgm:prSet presAssocID="{A0E7603D-561A-426C-A46F-60E4394E4A2B}" presName="iconBgRect" presStyleLbl="bgShp" presStyleIdx="5" presStyleCnt="6"/>
      <dgm:spPr/>
    </dgm:pt>
    <dgm:pt modelId="{B423ECA0-FA4C-48AA-AC45-1BC442AB172E}" type="pres">
      <dgm:prSet presAssocID="{A0E7603D-561A-426C-A46F-60E4394E4A2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D6B97188-551A-4372-A926-0EF6B32E4F41}" type="pres">
      <dgm:prSet presAssocID="{A0E7603D-561A-426C-A46F-60E4394E4A2B}" presName="spaceRect" presStyleCnt="0"/>
      <dgm:spPr/>
    </dgm:pt>
    <dgm:pt modelId="{E7B1D9C5-C466-4158-81D9-9AD9F2C5D61A}" type="pres">
      <dgm:prSet presAssocID="{A0E7603D-561A-426C-A46F-60E4394E4A2B}" presName="textRect" presStyleLbl="revTx" presStyleIdx="5" presStyleCnt="6">
        <dgm:presLayoutVars>
          <dgm:chMax val="1"/>
          <dgm:chPref val="1"/>
        </dgm:presLayoutVars>
      </dgm:prSet>
      <dgm:spPr/>
    </dgm:pt>
  </dgm:ptLst>
  <dgm:cxnLst>
    <dgm:cxn modelId="{CBD0C062-4AC3-4BE0-A526-53FA83EA36A3}" srcId="{D338F058-3950-4AFC-83F8-C8C44B1CD716}" destId="{B7A5ABFA-0C58-4FE9-A10C-A274FD1625DB}" srcOrd="2" destOrd="0" parTransId="{8294E501-DA25-4996-9106-B9097ACF4D59}" sibTransId="{D85B9523-16DE-4EC9-904B-008249DC35CF}"/>
    <dgm:cxn modelId="{ED8E6266-F4C7-40A8-9316-47B34F3B22B8}" type="presOf" srcId="{D2C2F00D-BCC3-4202-BC65-64A8D14852C2}" destId="{D4ED6D13-0C8B-4C07-A023-7CD09269BA5E}" srcOrd="0" destOrd="0" presId="urn:microsoft.com/office/officeart/2018/5/layout/IconCircleLabelList"/>
    <dgm:cxn modelId="{8CB35C4F-413A-4BF9-9339-A41DE142CD5A}" srcId="{D338F058-3950-4AFC-83F8-C8C44B1CD716}" destId="{A0E7603D-561A-426C-A46F-60E4394E4A2B}" srcOrd="5" destOrd="0" parTransId="{CFB68FB6-1E6A-4389-A8CB-9B66189049D6}" sibTransId="{ABD30AED-A7D4-41DC-AD2B-C358FE3FB1F7}"/>
    <dgm:cxn modelId="{A7631658-3DB0-40F2-BFC1-9D7CC1F03390}" srcId="{D338F058-3950-4AFC-83F8-C8C44B1CD716}" destId="{27070DA2-5C0A-4315-BCDE-862ED5802642}" srcOrd="0" destOrd="0" parTransId="{ECE7F850-645E-4B36-949F-AF39D38E19B2}" sibTransId="{08A2CB72-63F6-4FE7-BC36-EB46664A15DA}"/>
    <dgm:cxn modelId="{3DC05D59-102D-48C8-A85B-95CA7BC9D63A}" type="presOf" srcId="{D338F058-3950-4AFC-83F8-C8C44B1CD716}" destId="{9B05D829-C4FE-47D6-A1F7-FDCC42091FEC}" srcOrd="0" destOrd="0" presId="urn:microsoft.com/office/officeart/2018/5/layout/IconCircleLabelList"/>
    <dgm:cxn modelId="{B896C07A-72DF-4314-846D-11756E046BF5}" srcId="{D338F058-3950-4AFC-83F8-C8C44B1CD716}" destId="{D2C2F00D-BCC3-4202-BC65-64A8D14852C2}" srcOrd="1" destOrd="0" parTransId="{1C1EDBB6-51F2-49E9-8A4E-D1E4B88B272C}" sibTransId="{5823EB50-3C08-47FB-B971-6FC4CD9A8042}"/>
    <dgm:cxn modelId="{320F86C9-8089-4522-85EA-69E077F0ACB7}" type="presOf" srcId="{C0926C89-F5FE-4E42-8E1F-B9CED8BB5927}" destId="{90BDBB72-220D-44E9-A47D-E2A0A2BD3D3A}" srcOrd="0" destOrd="0" presId="urn:microsoft.com/office/officeart/2018/5/layout/IconCircleLabelList"/>
    <dgm:cxn modelId="{990E69CD-A29F-45A4-BCFE-067D57549A52}" type="presOf" srcId="{27070DA2-5C0A-4315-BCDE-862ED5802642}" destId="{123BE74A-6D56-4B0E-9C4C-810FE18D0341}" srcOrd="0" destOrd="0" presId="urn:microsoft.com/office/officeart/2018/5/layout/IconCircleLabelList"/>
    <dgm:cxn modelId="{C88C15DC-0407-4A2F-A8E2-848B72E37C7F}" type="presOf" srcId="{A0E7603D-561A-426C-A46F-60E4394E4A2B}" destId="{E7B1D9C5-C466-4158-81D9-9AD9F2C5D61A}" srcOrd="0" destOrd="0" presId="urn:microsoft.com/office/officeart/2018/5/layout/IconCircleLabelList"/>
    <dgm:cxn modelId="{4673CADF-9B27-4079-9E95-CC3A1329BBCE}" type="presOf" srcId="{B7A5ABFA-0C58-4FE9-A10C-A274FD1625DB}" destId="{DD302F70-6D66-4333-BEE7-EF23323E07C2}" srcOrd="0" destOrd="0" presId="urn:microsoft.com/office/officeart/2018/5/layout/IconCircleLabelList"/>
    <dgm:cxn modelId="{31282CE1-7FF9-4613-897C-DC8C03FCCFD0}" srcId="{D338F058-3950-4AFC-83F8-C8C44B1CD716}" destId="{C0926C89-F5FE-4E42-8E1F-B9CED8BB5927}" srcOrd="3" destOrd="0" parTransId="{4C8AB648-8B3A-4D5B-9384-5D9DDF4F28DF}" sibTransId="{B00983C3-C140-45C1-9363-5D093DA28E3E}"/>
    <dgm:cxn modelId="{AAB48AE4-7F24-422E-A25C-9A2EED4CE10E}" type="presOf" srcId="{EDFE6301-E329-47C5-BB35-8CEA87F54040}" destId="{051E2AFF-D25B-4802-A9F1-A813752DED63}" srcOrd="0" destOrd="0" presId="urn:microsoft.com/office/officeart/2018/5/layout/IconCircleLabelList"/>
    <dgm:cxn modelId="{967774FC-A1D2-480C-8A86-A0C3BCA06F2D}" srcId="{D338F058-3950-4AFC-83F8-C8C44B1CD716}" destId="{EDFE6301-E329-47C5-BB35-8CEA87F54040}" srcOrd="4" destOrd="0" parTransId="{89E8099B-3620-4455-B75F-4C142456FCD2}" sibTransId="{00914D4F-0902-4ED7-B936-F598FEE466A1}"/>
    <dgm:cxn modelId="{BFC9F449-5C55-48A9-BD7F-531649FACFD3}" type="presParOf" srcId="{9B05D829-C4FE-47D6-A1F7-FDCC42091FEC}" destId="{FBC3CD07-C55C-4D4A-8D80-4D5356C82144}" srcOrd="0" destOrd="0" presId="urn:microsoft.com/office/officeart/2018/5/layout/IconCircleLabelList"/>
    <dgm:cxn modelId="{4F0F7952-4C74-45E1-91C3-E74177EDBA7B}" type="presParOf" srcId="{FBC3CD07-C55C-4D4A-8D80-4D5356C82144}" destId="{A39EA13D-0103-49DC-9355-92D1BD4BDCA0}" srcOrd="0" destOrd="0" presId="urn:microsoft.com/office/officeart/2018/5/layout/IconCircleLabelList"/>
    <dgm:cxn modelId="{F7F2911A-0902-4134-ADF3-88313666ACE5}" type="presParOf" srcId="{FBC3CD07-C55C-4D4A-8D80-4D5356C82144}" destId="{1E083C68-0715-47B0-9799-904F87950CC0}" srcOrd="1" destOrd="0" presId="urn:microsoft.com/office/officeart/2018/5/layout/IconCircleLabelList"/>
    <dgm:cxn modelId="{B4F22F55-5A34-4BB8-A717-06B983659AF1}" type="presParOf" srcId="{FBC3CD07-C55C-4D4A-8D80-4D5356C82144}" destId="{EBA3D710-83FE-4C50-8F50-1D374390B569}" srcOrd="2" destOrd="0" presId="urn:microsoft.com/office/officeart/2018/5/layout/IconCircleLabelList"/>
    <dgm:cxn modelId="{7AA1211B-47E3-4646-828F-5735FCA52961}" type="presParOf" srcId="{FBC3CD07-C55C-4D4A-8D80-4D5356C82144}" destId="{123BE74A-6D56-4B0E-9C4C-810FE18D0341}" srcOrd="3" destOrd="0" presId="urn:microsoft.com/office/officeart/2018/5/layout/IconCircleLabelList"/>
    <dgm:cxn modelId="{F4D52C1D-E38F-445E-9B9E-A10CBBEF2ECB}" type="presParOf" srcId="{9B05D829-C4FE-47D6-A1F7-FDCC42091FEC}" destId="{D6557D87-BB4F-4316-8B99-C816BB8EA9EA}" srcOrd="1" destOrd="0" presId="urn:microsoft.com/office/officeart/2018/5/layout/IconCircleLabelList"/>
    <dgm:cxn modelId="{CCCFA0FA-3425-4A58-9462-2B88D37D3F10}" type="presParOf" srcId="{9B05D829-C4FE-47D6-A1F7-FDCC42091FEC}" destId="{CCC25642-BA1A-48BE-B476-D58980922C3B}" srcOrd="2" destOrd="0" presId="urn:microsoft.com/office/officeart/2018/5/layout/IconCircleLabelList"/>
    <dgm:cxn modelId="{341C862E-6742-4915-9BC4-0D66F84A24A5}" type="presParOf" srcId="{CCC25642-BA1A-48BE-B476-D58980922C3B}" destId="{24FE3EF9-C0BA-4C9A-94CA-41EC238E90E1}" srcOrd="0" destOrd="0" presId="urn:microsoft.com/office/officeart/2018/5/layout/IconCircleLabelList"/>
    <dgm:cxn modelId="{882A7AAF-EF42-48D8-805F-953380FAE1D4}" type="presParOf" srcId="{CCC25642-BA1A-48BE-B476-D58980922C3B}" destId="{79A63938-B9AF-49D4-A124-3CE60D8E9274}" srcOrd="1" destOrd="0" presId="urn:microsoft.com/office/officeart/2018/5/layout/IconCircleLabelList"/>
    <dgm:cxn modelId="{21E8BE18-7AB6-44D5-A007-328B2366E47C}" type="presParOf" srcId="{CCC25642-BA1A-48BE-B476-D58980922C3B}" destId="{D50D24FB-8A22-42E1-A5D1-A8E46AABAB23}" srcOrd="2" destOrd="0" presId="urn:microsoft.com/office/officeart/2018/5/layout/IconCircleLabelList"/>
    <dgm:cxn modelId="{563E1589-CFF6-4740-B3B3-DFDCBE734AB6}" type="presParOf" srcId="{CCC25642-BA1A-48BE-B476-D58980922C3B}" destId="{D4ED6D13-0C8B-4C07-A023-7CD09269BA5E}" srcOrd="3" destOrd="0" presId="urn:microsoft.com/office/officeart/2018/5/layout/IconCircleLabelList"/>
    <dgm:cxn modelId="{C3034DB8-E3B8-4B80-8DCA-267B95CDA02B}" type="presParOf" srcId="{9B05D829-C4FE-47D6-A1F7-FDCC42091FEC}" destId="{FCEA0A69-B7BD-4396-9E9E-8A8A05B1AD8F}" srcOrd="3" destOrd="0" presId="urn:microsoft.com/office/officeart/2018/5/layout/IconCircleLabelList"/>
    <dgm:cxn modelId="{4F402D43-9624-4608-AFF0-B8748AE1F008}" type="presParOf" srcId="{9B05D829-C4FE-47D6-A1F7-FDCC42091FEC}" destId="{D06E438E-8716-4FCB-8398-89059643BF02}" srcOrd="4" destOrd="0" presId="urn:microsoft.com/office/officeart/2018/5/layout/IconCircleLabelList"/>
    <dgm:cxn modelId="{9D9D2BFF-1B07-4E44-B6CE-BBC49CFE3A4D}" type="presParOf" srcId="{D06E438E-8716-4FCB-8398-89059643BF02}" destId="{89AD3592-BA13-41CF-AD7B-2DFF16D7600E}" srcOrd="0" destOrd="0" presId="urn:microsoft.com/office/officeart/2018/5/layout/IconCircleLabelList"/>
    <dgm:cxn modelId="{8B55D71D-F720-4B73-AF77-C17B19F07F63}" type="presParOf" srcId="{D06E438E-8716-4FCB-8398-89059643BF02}" destId="{5C635F98-6D06-4375-95CF-693771D5DCCA}" srcOrd="1" destOrd="0" presId="urn:microsoft.com/office/officeart/2018/5/layout/IconCircleLabelList"/>
    <dgm:cxn modelId="{1FD36794-FE6B-475E-9C46-31E44E9A3F0F}" type="presParOf" srcId="{D06E438E-8716-4FCB-8398-89059643BF02}" destId="{C47F6620-A9AB-4D64-A0C8-58DC3EBA699A}" srcOrd="2" destOrd="0" presId="urn:microsoft.com/office/officeart/2018/5/layout/IconCircleLabelList"/>
    <dgm:cxn modelId="{50F2BDC4-8E2A-424D-86FE-898F2DAF42F1}" type="presParOf" srcId="{D06E438E-8716-4FCB-8398-89059643BF02}" destId="{DD302F70-6D66-4333-BEE7-EF23323E07C2}" srcOrd="3" destOrd="0" presId="urn:microsoft.com/office/officeart/2018/5/layout/IconCircleLabelList"/>
    <dgm:cxn modelId="{8374D03C-F439-40AA-8C78-C3DC8584540A}" type="presParOf" srcId="{9B05D829-C4FE-47D6-A1F7-FDCC42091FEC}" destId="{43BFB9D7-A7B8-4077-9C93-B5384614B880}" srcOrd="5" destOrd="0" presId="urn:microsoft.com/office/officeart/2018/5/layout/IconCircleLabelList"/>
    <dgm:cxn modelId="{E0BE6E56-2E75-4903-853E-5390DEA88345}" type="presParOf" srcId="{9B05D829-C4FE-47D6-A1F7-FDCC42091FEC}" destId="{954A112C-C57A-4B05-BEA9-6F2F1F2B3B76}" srcOrd="6" destOrd="0" presId="urn:microsoft.com/office/officeart/2018/5/layout/IconCircleLabelList"/>
    <dgm:cxn modelId="{C3B92228-3F56-4FF3-BDD0-AEB41F735DE9}" type="presParOf" srcId="{954A112C-C57A-4B05-BEA9-6F2F1F2B3B76}" destId="{496ADA1C-A6DC-4C2A-B64E-2E02808CB44F}" srcOrd="0" destOrd="0" presId="urn:microsoft.com/office/officeart/2018/5/layout/IconCircleLabelList"/>
    <dgm:cxn modelId="{4DD328CD-9A0E-43B9-89FB-094ADE60CC7C}" type="presParOf" srcId="{954A112C-C57A-4B05-BEA9-6F2F1F2B3B76}" destId="{680A3606-9C76-4F94-91BA-E9E1FD2DEFE0}" srcOrd="1" destOrd="0" presId="urn:microsoft.com/office/officeart/2018/5/layout/IconCircleLabelList"/>
    <dgm:cxn modelId="{F8895700-B392-42A2-9594-173063BA1842}" type="presParOf" srcId="{954A112C-C57A-4B05-BEA9-6F2F1F2B3B76}" destId="{7F27B41A-E26E-421F-8FC2-51DF4726EA51}" srcOrd="2" destOrd="0" presId="urn:microsoft.com/office/officeart/2018/5/layout/IconCircleLabelList"/>
    <dgm:cxn modelId="{C6985BA7-9E7C-496C-8987-E128C6A6419C}" type="presParOf" srcId="{954A112C-C57A-4B05-BEA9-6F2F1F2B3B76}" destId="{90BDBB72-220D-44E9-A47D-E2A0A2BD3D3A}" srcOrd="3" destOrd="0" presId="urn:microsoft.com/office/officeart/2018/5/layout/IconCircleLabelList"/>
    <dgm:cxn modelId="{3B467394-72C6-434E-8C30-2DEC5E4A4737}" type="presParOf" srcId="{9B05D829-C4FE-47D6-A1F7-FDCC42091FEC}" destId="{C6337961-53D2-45FF-A20E-B6745E5D6E91}" srcOrd="7" destOrd="0" presId="urn:microsoft.com/office/officeart/2018/5/layout/IconCircleLabelList"/>
    <dgm:cxn modelId="{BC579B12-F601-40F1-9E3B-2FE988317198}" type="presParOf" srcId="{9B05D829-C4FE-47D6-A1F7-FDCC42091FEC}" destId="{F1960052-FF62-4B0D-8730-C2440F5D1648}" srcOrd="8" destOrd="0" presId="urn:microsoft.com/office/officeart/2018/5/layout/IconCircleLabelList"/>
    <dgm:cxn modelId="{822EDC75-1B0C-4960-8FB7-7FE80FD5865C}" type="presParOf" srcId="{F1960052-FF62-4B0D-8730-C2440F5D1648}" destId="{ED7651B4-B6BF-48BA-B088-F7928040F8A1}" srcOrd="0" destOrd="0" presId="urn:microsoft.com/office/officeart/2018/5/layout/IconCircleLabelList"/>
    <dgm:cxn modelId="{A49EFE03-3833-4EB5-8311-FCDBC0C7C77E}" type="presParOf" srcId="{F1960052-FF62-4B0D-8730-C2440F5D1648}" destId="{F8992238-70FC-42DB-8C50-CB9ECBA78F63}" srcOrd="1" destOrd="0" presId="urn:microsoft.com/office/officeart/2018/5/layout/IconCircleLabelList"/>
    <dgm:cxn modelId="{8645DF3D-57D2-4B8E-B52A-4CB7F7527775}" type="presParOf" srcId="{F1960052-FF62-4B0D-8730-C2440F5D1648}" destId="{150D2066-E06F-48DD-B421-BB24241313CA}" srcOrd="2" destOrd="0" presId="urn:microsoft.com/office/officeart/2018/5/layout/IconCircleLabelList"/>
    <dgm:cxn modelId="{A7C84F5B-2FC7-477F-B4EA-BCDF9A8B2885}" type="presParOf" srcId="{F1960052-FF62-4B0D-8730-C2440F5D1648}" destId="{051E2AFF-D25B-4802-A9F1-A813752DED63}" srcOrd="3" destOrd="0" presId="urn:microsoft.com/office/officeart/2018/5/layout/IconCircleLabelList"/>
    <dgm:cxn modelId="{F9590CD4-D313-4E08-8AF7-FF176122C87F}" type="presParOf" srcId="{9B05D829-C4FE-47D6-A1F7-FDCC42091FEC}" destId="{A535B72F-1819-44BF-8398-431205827687}" srcOrd="9" destOrd="0" presId="urn:microsoft.com/office/officeart/2018/5/layout/IconCircleLabelList"/>
    <dgm:cxn modelId="{DD9E5F3B-ADBA-457A-B40D-8DBA3B069D37}" type="presParOf" srcId="{9B05D829-C4FE-47D6-A1F7-FDCC42091FEC}" destId="{18E03328-BDF0-455B-9526-C87FB8879326}" srcOrd="10" destOrd="0" presId="urn:microsoft.com/office/officeart/2018/5/layout/IconCircleLabelList"/>
    <dgm:cxn modelId="{164C3170-8EDF-4E36-9196-D31B14F2EC25}" type="presParOf" srcId="{18E03328-BDF0-455B-9526-C87FB8879326}" destId="{C9FF3EFC-B466-4FD9-A4D6-28D450624A00}" srcOrd="0" destOrd="0" presId="urn:microsoft.com/office/officeart/2018/5/layout/IconCircleLabelList"/>
    <dgm:cxn modelId="{EFD63FE7-7AC2-43EE-B42C-AAE48A97B663}" type="presParOf" srcId="{18E03328-BDF0-455B-9526-C87FB8879326}" destId="{B423ECA0-FA4C-48AA-AC45-1BC442AB172E}" srcOrd="1" destOrd="0" presId="urn:microsoft.com/office/officeart/2018/5/layout/IconCircleLabelList"/>
    <dgm:cxn modelId="{F311357A-FCA0-4205-A000-6E8771160D0C}" type="presParOf" srcId="{18E03328-BDF0-455B-9526-C87FB8879326}" destId="{D6B97188-551A-4372-A926-0EF6B32E4F41}" srcOrd="2" destOrd="0" presId="urn:microsoft.com/office/officeart/2018/5/layout/IconCircleLabelList"/>
    <dgm:cxn modelId="{CE21F1D0-82A6-4D0E-BE22-2B10E3C63E6F}" type="presParOf" srcId="{18E03328-BDF0-455B-9526-C87FB8879326}" destId="{E7B1D9C5-C466-4158-81D9-9AD9F2C5D61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829E497-20B3-4AD6-B302-206CFB19AA77}"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366BEBE2-0A28-47A9-8647-BBE8F78ED330}">
      <dgm:prSet/>
      <dgm:spPr/>
      <dgm:t>
        <a:bodyPr/>
        <a:lstStyle/>
        <a:p>
          <a:r>
            <a:rPr lang="en-IN" b="1"/>
            <a:t>Business Question:</a:t>
          </a:r>
          <a:r>
            <a:rPr lang="en-IN"/>
            <a:t> How well are employees performing and how engaged are they?</a:t>
          </a:r>
          <a:endParaRPr lang="en-US"/>
        </a:p>
      </dgm:t>
    </dgm:pt>
    <dgm:pt modelId="{F87CE457-9F8E-4D3E-9F6A-F5752EE8C92C}" type="parTrans" cxnId="{E59D5DA6-BB67-4A83-8A8E-8AECD947821C}">
      <dgm:prSet/>
      <dgm:spPr/>
      <dgm:t>
        <a:bodyPr/>
        <a:lstStyle/>
        <a:p>
          <a:endParaRPr lang="en-US"/>
        </a:p>
      </dgm:t>
    </dgm:pt>
    <dgm:pt modelId="{E27583A9-B0B4-4489-A6EE-F7C67909633E}" type="sibTrans" cxnId="{E59D5DA6-BB67-4A83-8A8E-8AECD947821C}">
      <dgm:prSet/>
      <dgm:spPr/>
      <dgm:t>
        <a:bodyPr/>
        <a:lstStyle/>
        <a:p>
          <a:endParaRPr lang="en-US"/>
        </a:p>
      </dgm:t>
    </dgm:pt>
    <dgm:pt modelId="{E6F9348F-B332-4AB9-ACE5-57C62830375F}">
      <dgm:prSet/>
      <dgm:spPr/>
      <dgm:t>
        <a:bodyPr/>
        <a:lstStyle/>
        <a:p>
          <a:r>
            <a:rPr lang="en-IN"/>
            <a:t>Key insights:</a:t>
          </a:r>
          <a:endParaRPr lang="en-US"/>
        </a:p>
      </dgm:t>
    </dgm:pt>
    <dgm:pt modelId="{DB2B7A14-CEBF-4AB8-A7CD-EA502B82E66C}" type="parTrans" cxnId="{B3245D74-4BD3-48B9-B6D7-A90C8D22DFE6}">
      <dgm:prSet/>
      <dgm:spPr/>
      <dgm:t>
        <a:bodyPr/>
        <a:lstStyle/>
        <a:p>
          <a:endParaRPr lang="en-US"/>
        </a:p>
      </dgm:t>
    </dgm:pt>
    <dgm:pt modelId="{B63467B6-D55C-4683-BA41-D42E402786EB}" type="sibTrans" cxnId="{B3245D74-4BD3-48B9-B6D7-A90C8D22DFE6}">
      <dgm:prSet/>
      <dgm:spPr/>
      <dgm:t>
        <a:bodyPr/>
        <a:lstStyle/>
        <a:p>
          <a:endParaRPr lang="en-US"/>
        </a:p>
      </dgm:t>
    </dgm:pt>
    <dgm:pt modelId="{C73386E3-61C5-4860-9E8C-B626F1200FEC}">
      <dgm:prSet/>
      <dgm:spPr/>
      <dgm:t>
        <a:bodyPr/>
        <a:lstStyle/>
        <a:p>
          <a:r>
            <a:rPr lang="en-IN"/>
            <a:t>Performance score distribution</a:t>
          </a:r>
          <a:endParaRPr lang="en-US"/>
        </a:p>
      </dgm:t>
    </dgm:pt>
    <dgm:pt modelId="{99DBAD42-5617-405B-BD7C-D7375D520CB1}" type="parTrans" cxnId="{69AE159B-19F8-424D-98F0-9424BEC3E6A8}">
      <dgm:prSet/>
      <dgm:spPr/>
      <dgm:t>
        <a:bodyPr/>
        <a:lstStyle/>
        <a:p>
          <a:endParaRPr lang="en-US"/>
        </a:p>
      </dgm:t>
    </dgm:pt>
    <dgm:pt modelId="{9BAADCD4-8722-47D6-9F31-99395A0E4BBF}" type="sibTrans" cxnId="{69AE159B-19F8-424D-98F0-9424BEC3E6A8}">
      <dgm:prSet/>
      <dgm:spPr/>
      <dgm:t>
        <a:bodyPr/>
        <a:lstStyle/>
        <a:p>
          <a:endParaRPr lang="en-US"/>
        </a:p>
      </dgm:t>
    </dgm:pt>
    <dgm:pt modelId="{8FF6C50F-476B-411B-9D59-FF75A389CAC9}">
      <dgm:prSet/>
      <dgm:spPr/>
      <dgm:t>
        <a:bodyPr/>
        <a:lstStyle/>
        <a:p>
          <a:r>
            <a:rPr lang="en-IN"/>
            <a:t>Relationship between engagement and satisfaction</a:t>
          </a:r>
          <a:endParaRPr lang="en-US"/>
        </a:p>
      </dgm:t>
    </dgm:pt>
    <dgm:pt modelId="{292A1122-F17E-4518-B08E-E4D0A784BAA7}" type="parTrans" cxnId="{AA0E2273-3A8A-4C32-A4CF-5F519C352828}">
      <dgm:prSet/>
      <dgm:spPr/>
      <dgm:t>
        <a:bodyPr/>
        <a:lstStyle/>
        <a:p>
          <a:endParaRPr lang="en-US"/>
        </a:p>
      </dgm:t>
    </dgm:pt>
    <dgm:pt modelId="{A2669DD1-A781-4674-A981-AF1A3040D09F}" type="sibTrans" cxnId="{AA0E2273-3A8A-4C32-A4CF-5F519C352828}">
      <dgm:prSet/>
      <dgm:spPr/>
      <dgm:t>
        <a:bodyPr/>
        <a:lstStyle/>
        <a:p>
          <a:endParaRPr lang="en-US"/>
        </a:p>
      </dgm:t>
    </dgm:pt>
    <dgm:pt modelId="{1E289339-F059-4DD3-BECB-E41A943C30B6}">
      <dgm:prSet/>
      <dgm:spPr/>
      <dgm:t>
        <a:bodyPr/>
        <a:lstStyle/>
        <a:p>
          <a:r>
            <a:rPr lang="en-IN"/>
            <a:t>Identification of at‑risk employee groups</a:t>
          </a:r>
          <a:endParaRPr lang="en-US"/>
        </a:p>
      </dgm:t>
    </dgm:pt>
    <dgm:pt modelId="{5B93C111-CD80-4C08-B1AD-5AAA5EFE1B96}" type="parTrans" cxnId="{3B04B5D2-585C-4237-BB74-1CFEFB5DE0DD}">
      <dgm:prSet/>
      <dgm:spPr/>
      <dgm:t>
        <a:bodyPr/>
        <a:lstStyle/>
        <a:p>
          <a:endParaRPr lang="en-US"/>
        </a:p>
      </dgm:t>
    </dgm:pt>
    <dgm:pt modelId="{00756C95-C4F8-45D2-983E-3E9D34075849}" type="sibTrans" cxnId="{3B04B5D2-585C-4237-BB74-1CFEFB5DE0DD}">
      <dgm:prSet/>
      <dgm:spPr/>
      <dgm:t>
        <a:bodyPr/>
        <a:lstStyle/>
        <a:p>
          <a:endParaRPr lang="en-US"/>
        </a:p>
      </dgm:t>
    </dgm:pt>
    <dgm:pt modelId="{9EFD1D7F-E93E-4C83-A9AA-A450513DA5B3}">
      <dgm:prSet/>
      <dgm:spPr/>
      <dgm:t>
        <a:bodyPr/>
        <a:lstStyle/>
        <a:p>
          <a:r>
            <a:rPr lang="en-IN"/>
            <a:t>Department‑wise engagement and satisfaction comparison</a:t>
          </a:r>
          <a:endParaRPr lang="en-US"/>
        </a:p>
      </dgm:t>
    </dgm:pt>
    <dgm:pt modelId="{4CD02167-DF7F-44B7-822B-A0969AF8B15A}" type="parTrans" cxnId="{FAC40D65-27EF-47C4-A5E9-0C123B1B58AF}">
      <dgm:prSet/>
      <dgm:spPr/>
      <dgm:t>
        <a:bodyPr/>
        <a:lstStyle/>
        <a:p>
          <a:endParaRPr lang="en-US"/>
        </a:p>
      </dgm:t>
    </dgm:pt>
    <dgm:pt modelId="{AC4137DB-F6EE-4466-984A-25F645A04DDF}" type="sibTrans" cxnId="{FAC40D65-27EF-47C4-A5E9-0C123B1B58AF}">
      <dgm:prSet/>
      <dgm:spPr/>
      <dgm:t>
        <a:bodyPr/>
        <a:lstStyle/>
        <a:p>
          <a:endParaRPr lang="en-US"/>
        </a:p>
      </dgm:t>
    </dgm:pt>
    <dgm:pt modelId="{1B1DF641-6240-47DE-B4AC-6FCD9C782AF5}" type="pres">
      <dgm:prSet presAssocID="{A829E497-20B3-4AD6-B302-206CFB19AA77}" presName="Name0" presStyleCnt="0">
        <dgm:presLayoutVars>
          <dgm:dir/>
          <dgm:resizeHandles val="exact"/>
        </dgm:presLayoutVars>
      </dgm:prSet>
      <dgm:spPr/>
    </dgm:pt>
    <dgm:pt modelId="{4F334917-BCCA-40C3-90C1-387F61E1C005}" type="pres">
      <dgm:prSet presAssocID="{366BEBE2-0A28-47A9-8647-BBE8F78ED330}" presName="node" presStyleLbl="node1" presStyleIdx="0" presStyleCnt="6">
        <dgm:presLayoutVars>
          <dgm:bulletEnabled val="1"/>
        </dgm:presLayoutVars>
      </dgm:prSet>
      <dgm:spPr/>
    </dgm:pt>
    <dgm:pt modelId="{62B78564-AB35-40E7-9DE7-FA6021C61182}" type="pres">
      <dgm:prSet presAssocID="{E27583A9-B0B4-4489-A6EE-F7C67909633E}" presName="sibTrans" presStyleLbl="sibTrans1D1" presStyleIdx="0" presStyleCnt="5"/>
      <dgm:spPr/>
    </dgm:pt>
    <dgm:pt modelId="{D44F5CEF-7D16-4FCF-910D-DA5B43749A76}" type="pres">
      <dgm:prSet presAssocID="{E27583A9-B0B4-4489-A6EE-F7C67909633E}" presName="connectorText" presStyleLbl="sibTrans1D1" presStyleIdx="0" presStyleCnt="5"/>
      <dgm:spPr/>
    </dgm:pt>
    <dgm:pt modelId="{A1A90706-8C6F-41EF-AF91-8D59B41FF450}" type="pres">
      <dgm:prSet presAssocID="{E6F9348F-B332-4AB9-ACE5-57C62830375F}" presName="node" presStyleLbl="node1" presStyleIdx="1" presStyleCnt="6">
        <dgm:presLayoutVars>
          <dgm:bulletEnabled val="1"/>
        </dgm:presLayoutVars>
      </dgm:prSet>
      <dgm:spPr/>
    </dgm:pt>
    <dgm:pt modelId="{33DC3638-E27F-40DB-9C89-AC6D7225B146}" type="pres">
      <dgm:prSet presAssocID="{B63467B6-D55C-4683-BA41-D42E402786EB}" presName="sibTrans" presStyleLbl="sibTrans1D1" presStyleIdx="1" presStyleCnt="5"/>
      <dgm:spPr/>
    </dgm:pt>
    <dgm:pt modelId="{D7D129F6-D63F-4C9E-A80E-9B32C5B6D44A}" type="pres">
      <dgm:prSet presAssocID="{B63467B6-D55C-4683-BA41-D42E402786EB}" presName="connectorText" presStyleLbl="sibTrans1D1" presStyleIdx="1" presStyleCnt="5"/>
      <dgm:spPr/>
    </dgm:pt>
    <dgm:pt modelId="{6C92380B-BEF6-4173-BCC9-8CD274CA4AA9}" type="pres">
      <dgm:prSet presAssocID="{C73386E3-61C5-4860-9E8C-B626F1200FEC}" presName="node" presStyleLbl="node1" presStyleIdx="2" presStyleCnt="6">
        <dgm:presLayoutVars>
          <dgm:bulletEnabled val="1"/>
        </dgm:presLayoutVars>
      </dgm:prSet>
      <dgm:spPr/>
    </dgm:pt>
    <dgm:pt modelId="{80FD26B4-48B0-4273-B216-9D2D8BAED832}" type="pres">
      <dgm:prSet presAssocID="{9BAADCD4-8722-47D6-9F31-99395A0E4BBF}" presName="sibTrans" presStyleLbl="sibTrans1D1" presStyleIdx="2" presStyleCnt="5"/>
      <dgm:spPr/>
    </dgm:pt>
    <dgm:pt modelId="{F35FC8A2-4911-4A99-A72B-2E4078176702}" type="pres">
      <dgm:prSet presAssocID="{9BAADCD4-8722-47D6-9F31-99395A0E4BBF}" presName="connectorText" presStyleLbl="sibTrans1D1" presStyleIdx="2" presStyleCnt="5"/>
      <dgm:spPr/>
    </dgm:pt>
    <dgm:pt modelId="{C714514E-6385-480F-B76C-824A0670C378}" type="pres">
      <dgm:prSet presAssocID="{8FF6C50F-476B-411B-9D59-FF75A389CAC9}" presName="node" presStyleLbl="node1" presStyleIdx="3" presStyleCnt="6">
        <dgm:presLayoutVars>
          <dgm:bulletEnabled val="1"/>
        </dgm:presLayoutVars>
      </dgm:prSet>
      <dgm:spPr/>
    </dgm:pt>
    <dgm:pt modelId="{7088A097-485A-4292-8389-F629F7B368A7}" type="pres">
      <dgm:prSet presAssocID="{A2669DD1-A781-4674-A981-AF1A3040D09F}" presName="sibTrans" presStyleLbl="sibTrans1D1" presStyleIdx="3" presStyleCnt="5"/>
      <dgm:spPr/>
    </dgm:pt>
    <dgm:pt modelId="{51E85743-FA74-4079-B6E3-765EC35A24E0}" type="pres">
      <dgm:prSet presAssocID="{A2669DD1-A781-4674-A981-AF1A3040D09F}" presName="connectorText" presStyleLbl="sibTrans1D1" presStyleIdx="3" presStyleCnt="5"/>
      <dgm:spPr/>
    </dgm:pt>
    <dgm:pt modelId="{D876F0F7-7C5F-47B5-B844-7F9020BCACEE}" type="pres">
      <dgm:prSet presAssocID="{1E289339-F059-4DD3-BECB-E41A943C30B6}" presName="node" presStyleLbl="node1" presStyleIdx="4" presStyleCnt="6">
        <dgm:presLayoutVars>
          <dgm:bulletEnabled val="1"/>
        </dgm:presLayoutVars>
      </dgm:prSet>
      <dgm:spPr/>
    </dgm:pt>
    <dgm:pt modelId="{5A834C24-1D20-4E17-87DA-808339B50733}" type="pres">
      <dgm:prSet presAssocID="{00756C95-C4F8-45D2-983E-3E9D34075849}" presName="sibTrans" presStyleLbl="sibTrans1D1" presStyleIdx="4" presStyleCnt="5"/>
      <dgm:spPr/>
    </dgm:pt>
    <dgm:pt modelId="{4E06724E-FDD7-45C7-AB6D-7B5ECE28FEFA}" type="pres">
      <dgm:prSet presAssocID="{00756C95-C4F8-45D2-983E-3E9D34075849}" presName="connectorText" presStyleLbl="sibTrans1D1" presStyleIdx="4" presStyleCnt="5"/>
      <dgm:spPr/>
    </dgm:pt>
    <dgm:pt modelId="{21104F18-B515-431F-8C03-3202A691354D}" type="pres">
      <dgm:prSet presAssocID="{9EFD1D7F-E93E-4C83-A9AA-A450513DA5B3}" presName="node" presStyleLbl="node1" presStyleIdx="5" presStyleCnt="6">
        <dgm:presLayoutVars>
          <dgm:bulletEnabled val="1"/>
        </dgm:presLayoutVars>
      </dgm:prSet>
      <dgm:spPr/>
    </dgm:pt>
  </dgm:ptLst>
  <dgm:cxnLst>
    <dgm:cxn modelId="{907EB31E-A63A-4D1D-B0C0-D956281BBD2A}" type="presOf" srcId="{E27583A9-B0B4-4489-A6EE-F7C67909633E}" destId="{D44F5CEF-7D16-4FCF-910D-DA5B43749A76}" srcOrd="1" destOrd="0" presId="urn:microsoft.com/office/officeart/2016/7/layout/RepeatingBendingProcessNew"/>
    <dgm:cxn modelId="{A8FC1E24-54B2-4E7B-B98E-3B36E515DEF1}" type="presOf" srcId="{9BAADCD4-8722-47D6-9F31-99395A0E4BBF}" destId="{80FD26B4-48B0-4273-B216-9D2D8BAED832}" srcOrd="0" destOrd="0" presId="urn:microsoft.com/office/officeart/2016/7/layout/RepeatingBendingProcessNew"/>
    <dgm:cxn modelId="{C1B49B2C-61F7-439A-ABF2-09AA0D21F8C0}" type="presOf" srcId="{00756C95-C4F8-45D2-983E-3E9D34075849}" destId="{4E06724E-FDD7-45C7-AB6D-7B5ECE28FEFA}" srcOrd="1" destOrd="0" presId="urn:microsoft.com/office/officeart/2016/7/layout/RepeatingBendingProcessNew"/>
    <dgm:cxn modelId="{C5D4982F-D1A2-4789-9F95-54DDA42B2A52}" type="presOf" srcId="{B63467B6-D55C-4683-BA41-D42E402786EB}" destId="{33DC3638-E27F-40DB-9C89-AC6D7225B146}" srcOrd="0" destOrd="0" presId="urn:microsoft.com/office/officeart/2016/7/layout/RepeatingBendingProcessNew"/>
    <dgm:cxn modelId="{E3402E5B-AB85-4F86-942C-8B0238427E55}" type="presOf" srcId="{A2669DD1-A781-4674-A981-AF1A3040D09F}" destId="{7088A097-485A-4292-8389-F629F7B368A7}" srcOrd="0" destOrd="0" presId="urn:microsoft.com/office/officeart/2016/7/layout/RepeatingBendingProcessNew"/>
    <dgm:cxn modelId="{B5FB9A41-83A1-4A57-BC0F-B0F94D04519F}" type="presOf" srcId="{00756C95-C4F8-45D2-983E-3E9D34075849}" destId="{5A834C24-1D20-4E17-87DA-808339B50733}" srcOrd="0" destOrd="0" presId="urn:microsoft.com/office/officeart/2016/7/layout/RepeatingBendingProcessNew"/>
    <dgm:cxn modelId="{E5B56C62-48EC-4536-B0E1-669E0041F429}" type="presOf" srcId="{8FF6C50F-476B-411B-9D59-FF75A389CAC9}" destId="{C714514E-6385-480F-B76C-824A0670C378}" srcOrd="0" destOrd="0" presId="urn:microsoft.com/office/officeart/2016/7/layout/RepeatingBendingProcessNew"/>
    <dgm:cxn modelId="{4766B242-6C2D-48B6-87E9-683FC25ADA9C}" type="presOf" srcId="{E6F9348F-B332-4AB9-ACE5-57C62830375F}" destId="{A1A90706-8C6F-41EF-AF91-8D59B41FF450}" srcOrd="0" destOrd="0" presId="urn:microsoft.com/office/officeart/2016/7/layout/RepeatingBendingProcessNew"/>
    <dgm:cxn modelId="{FAC40D65-27EF-47C4-A5E9-0C123B1B58AF}" srcId="{A829E497-20B3-4AD6-B302-206CFB19AA77}" destId="{9EFD1D7F-E93E-4C83-A9AA-A450513DA5B3}" srcOrd="5" destOrd="0" parTransId="{4CD02167-DF7F-44B7-822B-A0969AF8B15A}" sibTransId="{AC4137DB-F6EE-4466-984A-25F645A04DDF}"/>
    <dgm:cxn modelId="{60BAEB69-993C-4EC0-B02F-A5AD304958AE}" type="presOf" srcId="{A2669DD1-A781-4674-A981-AF1A3040D09F}" destId="{51E85743-FA74-4079-B6E3-765EC35A24E0}" srcOrd="1" destOrd="0" presId="urn:microsoft.com/office/officeart/2016/7/layout/RepeatingBendingProcessNew"/>
    <dgm:cxn modelId="{6933D66A-B6AE-4961-9522-2B4F072D754B}" type="presOf" srcId="{B63467B6-D55C-4683-BA41-D42E402786EB}" destId="{D7D129F6-D63F-4C9E-A80E-9B32C5B6D44A}" srcOrd="1" destOrd="0" presId="urn:microsoft.com/office/officeart/2016/7/layout/RepeatingBendingProcessNew"/>
    <dgm:cxn modelId="{2CD9D64E-545D-45B4-8E34-040C6016577C}" type="presOf" srcId="{A829E497-20B3-4AD6-B302-206CFB19AA77}" destId="{1B1DF641-6240-47DE-B4AC-6FCD9C782AF5}" srcOrd="0" destOrd="0" presId="urn:microsoft.com/office/officeart/2016/7/layout/RepeatingBendingProcessNew"/>
    <dgm:cxn modelId="{AA0E2273-3A8A-4C32-A4CF-5F519C352828}" srcId="{A829E497-20B3-4AD6-B302-206CFB19AA77}" destId="{8FF6C50F-476B-411B-9D59-FF75A389CAC9}" srcOrd="3" destOrd="0" parTransId="{292A1122-F17E-4518-B08E-E4D0A784BAA7}" sibTransId="{A2669DD1-A781-4674-A981-AF1A3040D09F}"/>
    <dgm:cxn modelId="{B3245D74-4BD3-48B9-B6D7-A90C8D22DFE6}" srcId="{A829E497-20B3-4AD6-B302-206CFB19AA77}" destId="{E6F9348F-B332-4AB9-ACE5-57C62830375F}" srcOrd="1" destOrd="0" parTransId="{DB2B7A14-CEBF-4AB8-A7CD-EA502B82E66C}" sibTransId="{B63467B6-D55C-4683-BA41-D42E402786EB}"/>
    <dgm:cxn modelId="{F52FEA94-C7D7-4D33-B137-0B9811986346}" type="presOf" srcId="{C73386E3-61C5-4860-9E8C-B626F1200FEC}" destId="{6C92380B-BEF6-4173-BCC9-8CD274CA4AA9}" srcOrd="0" destOrd="0" presId="urn:microsoft.com/office/officeart/2016/7/layout/RepeatingBendingProcessNew"/>
    <dgm:cxn modelId="{69AE159B-19F8-424D-98F0-9424BEC3E6A8}" srcId="{A829E497-20B3-4AD6-B302-206CFB19AA77}" destId="{C73386E3-61C5-4860-9E8C-B626F1200FEC}" srcOrd="2" destOrd="0" parTransId="{99DBAD42-5617-405B-BD7C-D7375D520CB1}" sibTransId="{9BAADCD4-8722-47D6-9F31-99395A0E4BBF}"/>
    <dgm:cxn modelId="{E59D5DA6-BB67-4A83-8A8E-8AECD947821C}" srcId="{A829E497-20B3-4AD6-B302-206CFB19AA77}" destId="{366BEBE2-0A28-47A9-8647-BBE8F78ED330}" srcOrd="0" destOrd="0" parTransId="{F87CE457-9F8E-4D3E-9F6A-F5752EE8C92C}" sibTransId="{E27583A9-B0B4-4489-A6EE-F7C67909633E}"/>
    <dgm:cxn modelId="{3A2937C0-D83D-443A-9E59-944F09EFB498}" type="presOf" srcId="{E27583A9-B0B4-4489-A6EE-F7C67909633E}" destId="{62B78564-AB35-40E7-9DE7-FA6021C61182}" srcOrd="0" destOrd="0" presId="urn:microsoft.com/office/officeart/2016/7/layout/RepeatingBendingProcessNew"/>
    <dgm:cxn modelId="{D1C1E5C1-573B-4FC8-98C0-45CFC9440770}" type="presOf" srcId="{1E289339-F059-4DD3-BECB-E41A943C30B6}" destId="{D876F0F7-7C5F-47B5-B844-7F9020BCACEE}" srcOrd="0" destOrd="0" presId="urn:microsoft.com/office/officeart/2016/7/layout/RepeatingBendingProcessNew"/>
    <dgm:cxn modelId="{5591A0C4-60FE-43ED-8432-1DB3DE178DB0}" type="presOf" srcId="{366BEBE2-0A28-47A9-8647-BBE8F78ED330}" destId="{4F334917-BCCA-40C3-90C1-387F61E1C005}" srcOrd="0" destOrd="0" presId="urn:microsoft.com/office/officeart/2016/7/layout/RepeatingBendingProcessNew"/>
    <dgm:cxn modelId="{690B1BCD-EB51-4079-98CE-05F8156A49A3}" type="presOf" srcId="{9EFD1D7F-E93E-4C83-A9AA-A450513DA5B3}" destId="{21104F18-B515-431F-8C03-3202A691354D}" srcOrd="0" destOrd="0" presId="urn:microsoft.com/office/officeart/2016/7/layout/RepeatingBendingProcessNew"/>
    <dgm:cxn modelId="{3B04B5D2-585C-4237-BB74-1CFEFB5DE0DD}" srcId="{A829E497-20B3-4AD6-B302-206CFB19AA77}" destId="{1E289339-F059-4DD3-BECB-E41A943C30B6}" srcOrd="4" destOrd="0" parTransId="{5B93C111-CD80-4C08-B1AD-5AAA5EFE1B96}" sibTransId="{00756C95-C4F8-45D2-983E-3E9D34075849}"/>
    <dgm:cxn modelId="{53C3DEEB-C9B1-40F6-BAC1-A56245819D0E}" type="presOf" srcId="{9BAADCD4-8722-47D6-9F31-99395A0E4BBF}" destId="{F35FC8A2-4911-4A99-A72B-2E4078176702}" srcOrd="1" destOrd="0" presId="urn:microsoft.com/office/officeart/2016/7/layout/RepeatingBendingProcessNew"/>
    <dgm:cxn modelId="{AA98D6F3-789D-4AF1-9FCD-3EFA2B7B12AC}" type="presParOf" srcId="{1B1DF641-6240-47DE-B4AC-6FCD9C782AF5}" destId="{4F334917-BCCA-40C3-90C1-387F61E1C005}" srcOrd="0" destOrd="0" presId="urn:microsoft.com/office/officeart/2016/7/layout/RepeatingBendingProcessNew"/>
    <dgm:cxn modelId="{80A573BE-8FA8-409B-AA60-AB84D766D75A}" type="presParOf" srcId="{1B1DF641-6240-47DE-B4AC-6FCD9C782AF5}" destId="{62B78564-AB35-40E7-9DE7-FA6021C61182}" srcOrd="1" destOrd="0" presId="urn:microsoft.com/office/officeart/2016/7/layout/RepeatingBendingProcessNew"/>
    <dgm:cxn modelId="{E44E3C8F-736B-431C-8A01-8994CE542E72}" type="presParOf" srcId="{62B78564-AB35-40E7-9DE7-FA6021C61182}" destId="{D44F5CEF-7D16-4FCF-910D-DA5B43749A76}" srcOrd="0" destOrd="0" presId="urn:microsoft.com/office/officeart/2016/7/layout/RepeatingBendingProcessNew"/>
    <dgm:cxn modelId="{A6ED7F8F-F283-464F-9AFC-3BDA5687C0EA}" type="presParOf" srcId="{1B1DF641-6240-47DE-B4AC-6FCD9C782AF5}" destId="{A1A90706-8C6F-41EF-AF91-8D59B41FF450}" srcOrd="2" destOrd="0" presId="urn:microsoft.com/office/officeart/2016/7/layout/RepeatingBendingProcessNew"/>
    <dgm:cxn modelId="{C592B325-2939-4505-8E18-DF8CC15D4C53}" type="presParOf" srcId="{1B1DF641-6240-47DE-B4AC-6FCD9C782AF5}" destId="{33DC3638-E27F-40DB-9C89-AC6D7225B146}" srcOrd="3" destOrd="0" presId="urn:microsoft.com/office/officeart/2016/7/layout/RepeatingBendingProcessNew"/>
    <dgm:cxn modelId="{91B73CF7-8988-40DE-9CFC-08F5EAE0D4F5}" type="presParOf" srcId="{33DC3638-E27F-40DB-9C89-AC6D7225B146}" destId="{D7D129F6-D63F-4C9E-A80E-9B32C5B6D44A}" srcOrd="0" destOrd="0" presId="urn:microsoft.com/office/officeart/2016/7/layout/RepeatingBendingProcessNew"/>
    <dgm:cxn modelId="{4F654531-F3DE-4374-9A2B-273FA538BACD}" type="presParOf" srcId="{1B1DF641-6240-47DE-B4AC-6FCD9C782AF5}" destId="{6C92380B-BEF6-4173-BCC9-8CD274CA4AA9}" srcOrd="4" destOrd="0" presId="urn:microsoft.com/office/officeart/2016/7/layout/RepeatingBendingProcessNew"/>
    <dgm:cxn modelId="{50BEDB93-2FFC-4387-950D-B8A2E3DBBF34}" type="presParOf" srcId="{1B1DF641-6240-47DE-B4AC-6FCD9C782AF5}" destId="{80FD26B4-48B0-4273-B216-9D2D8BAED832}" srcOrd="5" destOrd="0" presId="urn:microsoft.com/office/officeart/2016/7/layout/RepeatingBendingProcessNew"/>
    <dgm:cxn modelId="{3C5F47FC-2523-4463-98A6-AE1D35C78FB8}" type="presParOf" srcId="{80FD26B4-48B0-4273-B216-9D2D8BAED832}" destId="{F35FC8A2-4911-4A99-A72B-2E4078176702}" srcOrd="0" destOrd="0" presId="urn:microsoft.com/office/officeart/2016/7/layout/RepeatingBendingProcessNew"/>
    <dgm:cxn modelId="{8DDAB64E-FE43-4816-975A-5EAA68685B62}" type="presParOf" srcId="{1B1DF641-6240-47DE-B4AC-6FCD9C782AF5}" destId="{C714514E-6385-480F-B76C-824A0670C378}" srcOrd="6" destOrd="0" presId="urn:microsoft.com/office/officeart/2016/7/layout/RepeatingBendingProcessNew"/>
    <dgm:cxn modelId="{C622A0FE-B778-441D-BAE2-4D7145183901}" type="presParOf" srcId="{1B1DF641-6240-47DE-B4AC-6FCD9C782AF5}" destId="{7088A097-485A-4292-8389-F629F7B368A7}" srcOrd="7" destOrd="0" presId="urn:microsoft.com/office/officeart/2016/7/layout/RepeatingBendingProcessNew"/>
    <dgm:cxn modelId="{483FADA8-2D8C-487E-8E3C-31E04BFC79A2}" type="presParOf" srcId="{7088A097-485A-4292-8389-F629F7B368A7}" destId="{51E85743-FA74-4079-B6E3-765EC35A24E0}" srcOrd="0" destOrd="0" presId="urn:microsoft.com/office/officeart/2016/7/layout/RepeatingBendingProcessNew"/>
    <dgm:cxn modelId="{16244AB9-70B4-4F0F-8E57-604DF7B55472}" type="presParOf" srcId="{1B1DF641-6240-47DE-B4AC-6FCD9C782AF5}" destId="{D876F0F7-7C5F-47B5-B844-7F9020BCACEE}" srcOrd="8" destOrd="0" presId="urn:microsoft.com/office/officeart/2016/7/layout/RepeatingBendingProcessNew"/>
    <dgm:cxn modelId="{E7D45D97-1E14-4EB2-9D13-9700B714761D}" type="presParOf" srcId="{1B1DF641-6240-47DE-B4AC-6FCD9C782AF5}" destId="{5A834C24-1D20-4E17-87DA-808339B50733}" srcOrd="9" destOrd="0" presId="urn:microsoft.com/office/officeart/2016/7/layout/RepeatingBendingProcessNew"/>
    <dgm:cxn modelId="{321CA6E4-B6E5-4267-973D-86866460DF18}" type="presParOf" srcId="{5A834C24-1D20-4E17-87DA-808339B50733}" destId="{4E06724E-FDD7-45C7-AB6D-7B5ECE28FEFA}" srcOrd="0" destOrd="0" presId="urn:microsoft.com/office/officeart/2016/7/layout/RepeatingBendingProcessNew"/>
    <dgm:cxn modelId="{C9DDD4A4-A194-4140-AF35-FB8F9A9F1A04}" type="presParOf" srcId="{1B1DF641-6240-47DE-B4AC-6FCD9C782AF5}" destId="{21104F18-B515-431F-8C03-3202A691354D}"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2EA791D-1E31-4E04-A998-296F948FC96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82124E8-012E-4930-B494-C63829D767BC}">
      <dgm:prSet/>
      <dgm:spPr/>
      <dgm:t>
        <a:bodyPr/>
        <a:lstStyle/>
        <a:p>
          <a:r>
            <a:rPr lang="en-IN"/>
            <a:t>Based on the analysis:</a:t>
          </a:r>
          <a:endParaRPr lang="en-US"/>
        </a:p>
      </dgm:t>
    </dgm:pt>
    <dgm:pt modelId="{49B66066-6066-43DA-95F8-730FD72CA364}" type="parTrans" cxnId="{54838C20-9EC0-443F-8C2C-9DA2F3AA8B2C}">
      <dgm:prSet/>
      <dgm:spPr/>
      <dgm:t>
        <a:bodyPr/>
        <a:lstStyle/>
        <a:p>
          <a:endParaRPr lang="en-US"/>
        </a:p>
      </dgm:t>
    </dgm:pt>
    <dgm:pt modelId="{98D81650-C00D-4011-8E1A-2C95E780ABFA}" type="sibTrans" cxnId="{54838C20-9EC0-443F-8C2C-9DA2F3AA8B2C}">
      <dgm:prSet/>
      <dgm:spPr/>
      <dgm:t>
        <a:bodyPr/>
        <a:lstStyle/>
        <a:p>
          <a:endParaRPr lang="en-US"/>
        </a:p>
      </dgm:t>
    </dgm:pt>
    <dgm:pt modelId="{38D80095-BB6C-4B46-BB9F-A3FAA09A9EE3}">
      <dgm:prSet/>
      <dgm:spPr/>
      <dgm:t>
        <a:bodyPr/>
        <a:lstStyle/>
        <a:p>
          <a:r>
            <a:rPr lang="en-IN" b="1"/>
            <a:t>Targeted Retention Strategies</a:t>
          </a:r>
          <a:endParaRPr lang="en-US"/>
        </a:p>
      </dgm:t>
    </dgm:pt>
    <dgm:pt modelId="{82A052D3-1CAA-4D71-9F0A-6CB749D5A798}" type="parTrans" cxnId="{A754B7FD-0B0E-40D8-B667-F139D93638DA}">
      <dgm:prSet/>
      <dgm:spPr/>
      <dgm:t>
        <a:bodyPr/>
        <a:lstStyle/>
        <a:p>
          <a:endParaRPr lang="en-US"/>
        </a:p>
      </dgm:t>
    </dgm:pt>
    <dgm:pt modelId="{2CF31F36-BA86-4FB5-9386-776B5D00A17D}" type="sibTrans" cxnId="{A754B7FD-0B0E-40D8-B667-F139D93638DA}">
      <dgm:prSet/>
      <dgm:spPr/>
      <dgm:t>
        <a:bodyPr/>
        <a:lstStyle/>
        <a:p>
          <a:endParaRPr lang="en-US"/>
        </a:p>
      </dgm:t>
    </dgm:pt>
    <dgm:pt modelId="{C19D7396-B9B4-4E98-90D0-9CE0F640C92D}">
      <dgm:prSet/>
      <dgm:spPr/>
      <dgm:t>
        <a:bodyPr/>
        <a:lstStyle/>
        <a:p>
          <a:r>
            <a:rPr lang="en-IN"/>
            <a:t>Focus on departments with consistently high attrition</a:t>
          </a:r>
          <a:endParaRPr lang="en-US"/>
        </a:p>
      </dgm:t>
    </dgm:pt>
    <dgm:pt modelId="{C6DDC2DA-288A-4D2C-A8F5-73E36D5AC90E}" type="parTrans" cxnId="{9875ADED-F1DF-470A-8433-F7A3123FD7FF}">
      <dgm:prSet/>
      <dgm:spPr/>
      <dgm:t>
        <a:bodyPr/>
        <a:lstStyle/>
        <a:p>
          <a:endParaRPr lang="en-US"/>
        </a:p>
      </dgm:t>
    </dgm:pt>
    <dgm:pt modelId="{B2614781-8C8A-4AAF-BC4E-CF2259DE8266}" type="sibTrans" cxnId="{9875ADED-F1DF-470A-8433-F7A3123FD7FF}">
      <dgm:prSet/>
      <dgm:spPr/>
      <dgm:t>
        <a:bodyPr/>
        <a:lstStyle/>
        <a:p>
          <a:endParaRPr lang="en-US"/>
        </a:p>
      </dgm:t>
    </dgm:pt>
    <dgm:pt modelId="{D9ECA98D-F0E3-42FE-A7B9-7A6D03E2E0A8}">
      <dgm:prSet/>
      <dgm:spPr/>
      <dgm:t>
        <a:bodyPr/>
        <a:lstStyle/>
        <a:p>
          <a:r>
            <a:rPr lang="en-IN"/>
            <a:t>Address engagement gaps before they lead to exits</a:t>
          </a:r>
          <a:endParaRPr lang="en-US"/>
        </a:p>
      </dgm:t>
    </dgm:pt>
    <dgm:pt modelId="{146C6DB3-95E8-4216-9AC8-1449B5B7501E}" type="parTrans" cxnId="{4D2E2E2E-9856-4E85-8697-7090812A2984}">
      <dgm:prSet/>
      <dgm:spPr/>
      <dgm:t>
        <a:bodyPr/>
        <a:lstStyle/>
        <a:p>
          <a:endParaRPr lang="en-US"/>
        </a:p>
      </dgm:t>
    </dgm:pt>
    <dgm:pt modelId="{620CBDEB-32CC-4BB8-B3B4-09102A36E728}" type="sibTrans" cxnId="{4D2E2E2E-9856-4E85-8697-7090812A2984}">
      <dgm:prSet/>
      <dgm:spPr/>
      <dgm:t>
        <a:bodyPr/>
        <a:lstStyle/>
        <a:p>
          <a:endParaRPr lang="en-US"/>
        </a:p>
      </dgm:t>
    </dgm:pt>
    <dgm:pt modelId="{4D1830E2-A17B-47CF-AD97-0077F417486A}">
      <dgm:prSet/>
      <dgm:spPr/>
      <dgm:t>
        <a:bodyPr/>
        <a:lstStyle/>
        <a:p>
          <a:r>
            <a:rPr lang="en-IN" b="1"/>
            <a:t>Performance Management Improvements</a:t>
          </a:r>
          <a:endParaRPr lang="en-US"/>
        </a:p>
      </dgm:t>
    </dgm:pt>
    <dgm:pt modelId="{55A68666-023D-4F9C-B3E7-98B9D71D315B}" type="parTrans" cxnId="{C34522F1-4506-4B70-8672-00B3661CE1E2}">
      <dgm:prSet/>
      <dgm:spPr/>
      <dgm:t>
        <a:bodyPr/>
        <a:lstStyle/>
        <a:p>
          <a:endParaRPr lang="en-US"/>
        </a:p>
      </dgm:t>
    </dgm:pt>
    <dgm:pt modelId="{71FBC702-B93F-41B5-A30C-6F8CB375CE9E}" type="sibTrans" cxnId="{C34522F1-4506-4B70-8672-00B3661CE1E2}">
      <dgm:prSet/>
      <dgm:spPr/>
      <dgm:t>
        <a:bodyPr/>
        <a:lstStyle/>
        <a:p>
          <a:endParaRPr lang="en-US"/>
        </a:p>
      </dgm:t>
    </dgm:pt>
    <dgm:pt modelId="{A39D2DBA-DF8A-49AA-9C0D-BB3C41FDD7B3}">
      <dgm:prSet/>
      <dgm:spPr/>
      <dgm:t>
        <a:bodyPr/>
        <a:lstStyle/>
        <a:p>
          <a:r>
            <a:rPr lang="en-IN"/>
            <a:t>Monitor low‑performance and low‑engagement clusters</a:t>
          </a:r>
          <a:endParaRPr lang="en-US"/>
        </a:p>
      </dgm:t>
    </dgm:pt>
    <dgm:pt modelId="{15BB0323-5DD9-4709-8621-27656925DFB5}" type="parTrans" cxnId="{F6C368E4-261C-4291-98EB-9AC7A3A9C62D}">
      <dgm:prSet/>
      <dgm:spPr/>
      <dgm:t>
        <a:bodyPr/>
        <a:lstStyle/>
        <a:p>
          <a:endParaRPr lang="en-US"/>
        </a:p>
      </dgm:t>
    </dgm:pt>
    <dgm:pt modelId="{45365350-23F1-49BE-9629-79D7CF99BA0C}" type="sibTrans" cxnId="{F6C368E4-261C-4291-98EB-9AC7A3A9C62D}">
      <dgm:prSet/>
      <dgm:spPr/>
      <dgm:t>
        <a:bodyPr/>
        <a:lstStyle/>
        <a:p>
          <a:endParaRPr lang="en-US"/>
        </a:p>
      </dgm:t>
    </dgm:pt>
    <dgm:pt modelId="{6403BA47-F4C1-4120-9173-8E4F70C5E5C6}">
      <dgm:prSet/>
      <dgm:spPr/>
      <dgm:t>
        <a:bodyPr/>
        <a:lstStyle/>
        <a:p>
          <a:r>
            <a:rPr lang="en-IN"/>
            <a:t>Use early warning indicators such as absenteeism</a:t>
          </a:r>
          <a:endParaRPr lang="en-US"/>
        </a:p>
      </dgm:t>
    </dgm:pt>
    <dgm:pt modelId="{5E4749C4-21FF-4CD1-A407-D39F690F7E05}" type="parTrans" cxnId="{47E02976-9B78-4554-9F1D-6D047EDD5F80}">
      <dgm:prSet/>
      <dgm:spPr/>
      <dgm:t>
        <a:bodyPr/>
        <a:lstStyle/>
        <a:p>
          <a:endParaRPr lang="en-US"/>
        </a:p>
      </dgm:t>
    </dgm:pt>
    <dgm:pt modelId="{9366E3FA-C190-4B77-BF50-A519C1F73A8F}" type="sibTrans" cxnId="{47E02976-9B78-4554-9F1D-6D047EDD5F80}">
      <dgm:prSet/>
      <dgm:spPr/>
      <dgm:t>
        <a:bodyPr/>
        <a:lstStyle/>
        <a:p>
          <a:endParaRPr lang="en-US"/>
        </a:p>
      </dgm:t>
    </dgm:pt>
    <dgm:pt modelId="{3473132D-4326-40C4-880B-816D1B9AA438}">
      <dgm:prSet/>
      <dgm:spPr/>
      <dgm:t>
        <a:bodyPr/>
        <a:lstStyle/>
        <a:p>
          <a:r>
            <a:rPr lang="en-IN" b="1"/>
            <a:t>Hiring Optimization</a:t>
          </a:r>
          <a:endParaRPr lang="en-US"/>
        </a:p>
      </dgm:t>
    </dgm:pt>
    <dgm:pt modelId="{60DEA83C-F4C9-408F-93D4-2096A7F25283}" type="parTrans" cxnId="{CE7F0C93-AB15-410A-AE50-1271C7D40FD3}">
      <dgm:prSet/>
      <dgm:spPr/>
      <dgm:t>
        <a:bodyPr/>
        <a:lstStyle/>
        <a:p>
          <a:endParaRPr lang="en-US"/>
        </a:p>
      </dgm:t>
    </dgm:pt>
    <dgm:pt modelId="{CF7A5F8C-0010-4ED3-9099-32E5B9C857D4}" type="sibTrans" cxnId="{CE7F0C93-AB15-410A-AE50-1271C7D40FD3}">
      <dgm:prSet/>
      <dgm:spPr/>
      <dgm:t>
        <a:bodyPr/>
        <a:lstStyle/>
        <a:p>
          <a:endParaRPr lang="en-US"/>
        </a:p>
      </dgm:t>
    </dgm:pt>
    <dgm:pt modelId="{4028637D-F4BE-465D-BEFA-E598B984FD40}">
      <dgm:prSet/>
      <dgm:spPr/>
      <dgm:t>
        <a:bodyPr/>
        <a:lstStyle/>
        <a:p>
          <a:r>
            <a:rPr lang="en-IN"/>
            <a:t>Prioritize recruitment sources associated with lower attrition and higher performance</a:t>
          </a:r>
          <a:endParaRPr lang="en-US"/>
        </a:p>
      </dgm:t>
    </dgm:pt>
    <dgm:pt modelId="{0398D76C-9B95-483D-A159-4C424EDC5C4E}" type="parTrans" cxnId="{8DA0A006-050D-46F5-A934-2AAEEC386AC8}">
      <dgm:prSet/>
      <dgm:spPr/>
      <dgm:t>
        <a:bodyPr/>
        <a:lstStyle/>
        <a:p>
          <a:endParaRPr lang="en-US"/>
        </a:p>
      </dgm:t>
    </dgm:pt>
    <dgm:pt modelId="{3E938ED0-56BE-4450-B65F-06FE7031FDD9}" type="sibTrans" cxnId="{8DA0A006-050D-46F5-A934-2AAEEC386AC8}">
      <dgm:prSet/>
      <dgm:spPr/>
      <dgm:t>
        <a:bodyPr/>
        <a:lstStyle/>
        <a:p>
          <a:endParaRPr lang="en-US"/>
        </a:p>
      </dgm:t>
    </dgm:pt>
    <dgm:pt modelId="{DA5E0050-681E-41C3-9797-363CF846FB90}">
      <dgm:prSet/>
      <dgm:spPr/>
      <dgm:t>
        <a:bodyPr/>
        <a:lstStyle/>
        <a:p>
          <a:r>
            <a:rPr lang="en-IN"/>
            <a:t>Reduce dependence on channels producing high turnover</a:t>
          </a:r>
          <a:endParaRPr lang="en-US"/>
        </a:p>
      </dgm:t>
    </dgm:pt>
    <dgm:pt modelId="{60A5BB4D-026E-4EF1-B3B8-58F57BC02890}" type="parTrans" cxnId="{575A559E-B8BA-4751-B900-F0A3BD83BCC8}">
      <dgm:prSet/>
      <dgm:spPr/>
      <dgm:t>
        <a:bodyPr/>
        <a:lstStyle/>
        <a:p>
          <a:endParaRPr lang="en-US"/>
        </a:p>
      </dgm:t>
    </dgm:pt>
    <dgm:pt modelId="{FFF0A143-2D2E-4FF9-BB7D-87FA34E4CAC5}" type="sibTrans" cxnId="{575A559E-B8BA-4751-B900-F0A3BD83BCC8}">
      <dgm:prSet/>
      <dgm:spPr/>
      <dgm:t>
        <a:bodyPr/>
        <a:lstStyle/>
        <a:p>
          <a:endParaRPr lang="en-US"/>
        </a:p>
      </dgm:t>
    </dgm:pt>
    <dgm:pt modelId="{8D7FCD3D-A0D5-4753-82A3-700CDDDCD779}">
      <dgm:prSet/>
      <dgm:spPr/>
      <dgm:t>
        <a:bodyPr/>
        <a:lstStyle/>
        <a:p>
          <a:r>
            <a:rPr lang="en-IN" b="1"/>
            <a:t>Diversity &amp; Workforce Planning</a:t>
          </a:r>
          <a:endParaRPr lang="en-US"/>
        </a:p>
      </dgm:t>
    </dgm:pt>
    <dgm:pt modelId="{E167C30C-C4FF-4A2C-B56C-12FE963FEAB3}" type="parTrans" cxnId="{B1A82E18-452B-4504-883D-067E4560B755}">
      <dgm:prSet/>
      <dgm:spPr/>
      <dgm:t>
        <a:bodyPr/>
        <a:lstStyle/>
        <a:p>
          <a:endParaRPr lang="en-US"/>
        </a:p>
      </dgm:t>
    </dgm:pt>
    <dgm:pt modelId="{4032FECD-7611-4D36-ADF3-C3BA7A14D34E}" type="sibTrans" cxnId="{B1A82E18-452B-4504-883D-067E4560B755}">
      <dgm:prSet/>
      <dgm:spPr/>
      <dgm:t>
        <a:bodyPr/>
        <a:lstStyle/>
        <a:p>
          <a:endParaRPr lang="en-US"/>
        </a:p>
      </dgm:t>
    </dgm:pt>
    <dgm:pt modelId="{F6D5841D-724C-442F-88F2-C6F683E6F98D}">
      <dgm:prSet/>
      <dgm:spPr/>
      <dgm:t>
        <a:bodyPr/>
        <a:lstStyle/>
        <a:p>
          <a:r>
            <a:rPr lang="en-IN"/>
            <a:t>Use demographic insights to support inclusive workforce planning</a:t>
          </a:r>
          <a:endParaRPr lang="en-US"/>
        </a:p>
      </dgm:t>
    </dgm:pt>
    <dgm:pt modelId="{AD2DFF9D-BAEA-4CD4-8120-4A908A57A8C3}" type="parTrans" cxnId="{6E2DAF7A-D145-4472-A4AE-93F3D10B0D11}">
      <dgm:prSet/>
      <dgm:spPr/>
      <dgm:t>
        <a:bodyPr/>
        <a:lstStyle/>
        <a:p>
          <a:endParaRPr lang="en-US"/>
        </a:p>
      </dgm:t>
    </dgm:pt>
    <dgm:pt modelId="{8E33AF41-9770-4C55-81D8-D758968B8816}" type="sibTrans" cxnId="{6E2DAF7A-D145-4472-A4AE-93F3D10B0D11}">
      <dgm:prSet/>
      <dgm:spPr/>
      <dgm:t>
        <a:bodyPr/>
        <a:lstStyle/>
        <a:p>
          <a:endParaRPr lang="en-US"/>
        </a:p>
      </dgm:t>
    </dgm:pt>
    <dgm:pt modelId="{52CECB75-FCDF-4A46-ABDF-AEAAB13CBB89}">
      <dgm:prSet/>
      <dgm:spPr/>
      <dgm:t>
        <a:bodyPr/>
        <a:lstStyle/>
        <a:p>
          <a:r>
            <a:rPr lang="en-IN"/>
            <a:t>Align hiring with long‑term organizational needs</a:t>
          </a:r>
          <a:endParaRPr lang="en-US"/>
        </a:p>
      </dgm:t>
    </dgm:pt>
    <dgm:pt modelId="{7334EBAB-F2DB-46D0-BEEC-F5D73A291AA4}" type="parTrans" cxnId="{A447287F-0C05-4BB7-9065-CAB70D4DEE3D}">
      <dgm:prSet/>
      <dgm:spPr/>
      <dgm:t>
        <a:bodyPr/>
        <a:lstStyle/>
        <a:p>
          <a:endParaRPr lang="en-US"/>
        </a:p>
      </dgm:t>
    </dgm:pt>
    <dgm:pt modelId="{2B28A80D-A976-4D2E-9A67-D418F9172932}" type="sibTrans" cxnId="{A447287F-0C05-4BB7-9065-CAB70D4DEE3D}">
      <dgm:prSet/>
      <dgm:spPr/>
      <dgm:t>
        <a:bodyPr/>
        <a:lstStyle/>
        <a:p>
          <a:endParaRPr lang="en-US"/>
        </a:p>
      </dgm:t>
    </dgm:pt>
    <dgm:pt modelId="{550E5FA4-EF39-4403-BCCD-BFBFA78DB83F}" type="pres">
      <dgm:prSet presAssocID="{E2EA791D-1E31-4E04-A998-296F948FC96D}" presName="root" presStyleCnt="0">
        <dgm:presLayoutVars>
          <dgm:dir/>
          <dgm:resizeHandles val="exact"/>
        </dgm:presLayoutVars>
      </dgm:prSet>
      <dgm:spPr/>
    </dgm:pt>
    <dgm:pt modelId="{BB28735A-A7AB-43D3-B442-4A70FD3CA7DF}" type="pres">
      <dgm:prSet presAssocID="{182124E8-012E-4930-B494-C63829D767BC}" presName="compNode" presStyleCnt="0"/>
      <dgm:spPr/>
    </dgm:pt>
    <dgm:pt modelId="{1CAB39D0-32AE-41F3-8507-1B7C471D3EE5}" type="pres">
      <dgm:prSet presAssocID="{182124E8-012E-4930-B494-C63829D767BC}" presName="bgRect" presStyleLbl="bgShp" presStyleIdx="0" presStyleCnt="6"/>
      <dgm:spPr/>
    </dgm:pt>
    <dgm:pt modelId="{FA6C8E8C-4A94-4927-A204-B7144F397F3F}" type="pres">
      <dgm:prSet presAssocID="{182124E8-012E-4930-B494-C63829D767B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5610FA4-0738-4840-B49B-B5C1C3AD35AC}" type="pres">
      <dgm:prSet presAssocID="{182124E8-012E-4930-B494-C63829D767BC}" presName="spaceRect" presStyleCnt="0"/>
      <dgm:spPr/>
    </dgm:pt>
    <dgm:pt modelId="{8D1CCB1F-2ACA-47B4-9F15-EEF90203D9B7}" type="pres">
      <dgm:prSet presAssocID="{182124E8-012E-4930-B494-C63829D767BC}" presName="parTx" presStyleLbl="revTx" presStyleIdx="0" presStyleCnt="10">
        <dgm:presLayoutVars>
          <dgm:chMax val="0"/>
          <dgm:chPref val="0"/>
        </dgm:presLayoutVars>
      </dgm:prSet>
      <dgm:spPr/>
    </dgm:pt>
    <dgm:pt modelId="{3B318576-77CD-4529-87C3-06609BDB2B00}" type="pres">
      <dgm:prSet presAssocID="{98D81650-C00D-4011-8E1A-2C95E780ABFA}" presName="sibTrans" presStyleCnt="0"/>
      <dgm:spPr/>
    </dgm:pt>
    <dgm:pt modelId="{93F8E891-E92F-47D1-BD19-CAFA9B1CF284}" type="pres">
      <dgm:prSet presAssocID="{38D80095-BB6C-4B46-BB9F-A3FAA09A9EE3}" presName="compNode" presStyleCnt="0"/>
      <dgm:spPr/>
    </dgm:pt>
    <dgm:pt modelId="{C9FBBFE3-FA5D-4EC3-8BE9-4702FD95C5B9}" type="pres">
      <dgm:prSet presAssocID="{38D80095-BB6C-4B46-BB9F-A3FAA09A9EE3}" presName="bgRect" presStyleLbl="bgShp" presStyleIdx="1" presStyleCnt="6"/>
      <dgm:spPr/>
    </dgm:pt>
    <dgm:pt modelId="{6E99C298-04B3-4721-9D5B-387CEB0F07AD}" type="pres">
      <dgm:prSet presAssocID="{38D80095-BB6C-4B46-BB9F-A3FAA09A9EE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F2DC1855-1E1E-41F4-8C85-CE2265CC35A0}" type="pres">
      <dgm:prSet presAssocID="{38D80095-BB6C-4B46-BB9F-A3FAA09A9EE3}" presName="spaceRect" presStyleCnt="0"/>
      <dgm:spPr/>
    </dgm:pt>
    <dgm:pt modelId="{36552327-9325-4D78-A77B-E92E6B2B94EE}" type="pres">
      <dgm:prSet presAssocID="{38D80095-BB6C-4B46-BB9F-A3FAA09A9EE3}" presName="parTx" presStyleLbl="revTx" presStyleIdx="1" presStyleCnt="10">
        <dgm:presLayoutVars>
          <dgm:chMax val="0"/>
          <dgm:chPref val="0"/>
        </dgm:presLayoutVars>
      </dgm:prSet>
      <dgm:spPr/>
    </dgm:pt>
    <dgm:pt modelId="{AF04D5B3-8014-42A1-8631-99D75535BE02}" type="pres">
      <dgm:prSet presAssocID="{38D80095-BB6C-4B46-BB9F-A3FAA09A9EE3}" presName="desTx" presStyleLbl="revTx" presStyleIdx="2" presStyleCnt="10">
        <dgm:presLayoutVars/>
      </dgm:prSet>
      <dgm:spPr/>
    </dgm:pt>
    <dgm:pt modelId="{EF462695-2E9E-4FCD-A1D1-B8BCA93FDF38}" type="pres">
      <dgm:prSet presAssocID="{2CF31F36-BA86-4FB5-9386-776B5D00A17D}" presName="sibTrans" presStyleCnt="0"/>
      <dgm:spPr/>
    </dgm:pt>
    <dgm:pt modelId="{57DEA3F0-3188-4865-B1AB-06A10B9BB186}" type="pres">
      <dgm:prSet presAssocID="{4D1830E2-A17B-47CF-AD97-0077F417486A}" presName="compNode" presStyleCnt="0"/>
      <dgm:spPr/>
    </dgm:pt>
    <dgm:pt modelId="{3D9EEBD4-D915-40B7-9F2C-5F69E67A5869}" type="pres">
      <dgm:prSet presAssocID="{4D1830E2-A17B-47CF-AD97-0077F417486A}" presName="bgRect" presStyleLbl="bgShp" presStyleIdx="2" presStyleCnt="6"/>
      <dgm:spPr/>
    </dgm:pt>
    <dgm:pt modelId="{330912EE-CDA1-4FCE-AFD2-AB14D6303396}" type="pres">
      <dgm:prSet presAssocID="{4D1830E2-A17B-47CF-AD97-0077F417486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7FB5D0AA-540C-4948-B49B-78C4F6EB6B45}" type="pres">
      <dgm:prSet presAssocID="{4D1830E2-A17B-47CF-AD97-0077F417486A}" presName="spaceRect" presStyleCnt="0"/>
      <dgm:spPr/>
    </dgm:pt>
    <dgm:pt modelId="{4DB6BFE3-A501-4104-ABEC-30D1A8B65763}" type="pres">
      <dgm:prSet presAssocID="{4D1830E2-A17B-47CF-AD97-0077F417486A}" presName="parTx" presStyleLbl="revTx" presStyleIdx="3" presStyleCnt="10">
        <dgm:presLayoutVars>
          <dgm:chMax val="0"/>
          <dgm:chPref val="0"/>
        </dgm:presLayoutVars>
      </dgm:prSet>
      <dgm:spPr/>
    </dgm:pt>
    <dgm:pt modelId="{2F227B38-92E5-4F1E-A347-2DDABAE4AA15}" type="pres">
      <dgm:prSet presAssocID="{4D1830E2-A17B-47CF-AD97-0077F417486A}" presName="desTx" presStyleLbl="revTx" presStyleIdx="4" presStyleCnt="10">
        <dgm:presLayoutVars/>
      </dgm:prSet>
      <dgm:spPr/>
    </dgm:pt>
    <dgm:pt modelId="{5C0AC79E-A5BE-44C2-BC80-892725D16E36}" type="pres">
      <dgm:prSet presAssocID="{71FBC702-B93F-41B5-A30C-6F8CB375CE9E}" presName="sibTrans" presStyleCnt="0"/>
      <dgm:spPr/>
    </dgm:pt>
    <dgm:pt modelId="{2EBD5C06-0213-4255-9B37-778DACE4271B}" type="pres">
      <dgm:prSet presAssocID="{3473132D-4326-40C4-880B-816D1B9AA438}" presName="compNode" presStyleCnt="0"/>
      <dgm:spPr/>
    </dgm:pt>
    <dgm:pt modelId="{BFB27966-65AE-4AB1-9685-05F3785AFA1A}" type="pres">
      <dgm:prSet presAssocID="{3473132D-4326-40C4-880B-816D1B9AA438}" presName="bgRect" presStyleLbl="bgShp" presStyleIdx="3" presStyleCnt="6"/>
      <dgm:spPr/>
    </dgm:pt>
    <dgm:pt modelId="{86B09CF2-1D11-425A-A975-9FFC4DFA5779}" type="pres">
      <dgm:prSet presAssocID="{3473132D-4326-40C4-880B-816D1B9AA43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FED29659-7647-4E08-829A-A43A25DB1FE7}" type="pres">
      <dgm:prSet presAssocID="{3473132D-4326-40C4-880B-816D1B9AA438}" presName="spaceRect" presStyleCnt="0"/>
      <dgm:spPr/>
    </dgm:pt>
    <dgm:pt modelId="{7BF0ADE5-721D-4A6C-9E29-6F2E4771B3D2}" type="pres">
      <dgm:prSet presAssocID="{3473132D-4326-40C4-880B-816D1B9AA438}" presName="parTx" presStyleLbl="revTx" presStyleIdx="5" presStyleCnt="10">
        <dgm:presLayoutVars>
          <dgm:chMax val="0"/>
          <dgm:chPref val="0"/>
        </dgm:presLayoutVars>
      </dgm:prSet>
      <dgm:spPr/>
    </dgm:pt>
    <dgm:pt modelId="{4965BC9A-C700-4FA3-991F-21F4909C0C6D}" type="pres">
      <dgm:prSet presAssocID="{3473132D-4326-40C4-880B-816D1B9AA438}" presName="desTx" presStyleLbl="revTx" presStyleIdx="6" presStyleCnt="10">
        <dgm:presLayoutVars/>
      </dgm:prSet>
      <dgm:spPr/>
    </dgm:pt>
    <dgm:pt modelId="{26E8D9F9-B861-4067-B549-372E812ED59B}" type="pres">
      <dgm:prSet presAssocID="{CF7A5F8C-0010-4ED3-9099-32E5B9C857D4}" presName="sibTrans" presStyleCnt="0"/>
      <dgm:spPr/>
    </dgm:pt>
    <dgm:pt modelId="{3C2B3963-DA52-4528-BFDC-342F319472AE}" type="pres">
      <dgm:prSet presAssocID="{8D7FCD3D-A0D5-4753-82A3-700CDDDCD779}" presName="compNode" presStyleCnt="0"/>
      <dgm:spPr/>
    </dgm:pt>
    <dgm:pt modelId="{227D9CC2-E2A9-4C74-B0A9-3D9379B33A4A}" type="pres">
      <dgm:prSet presAssocID="{8D7FCD3D-A0D5-4753-82A3-700CDDDCD779}" presName="bgRect" presStyleLbl="bgShp" presStyleIdx="4" presStyleCnt="6"/>
      <dgm:spPr/>
    </dgm:pt>
    <dgm:pt modelId="{736158FE-9CD4-4CD0-88E9-715329AE1D0F}" type="pres">
      <dgm:prSet presAssocID="{8D7FCD3D-A0D5-4753-82A3-700CDDDCD77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oup"/>
        </a:ext>
      </dgm:extLst>
    </dgm:pt>
    <dgm:pt modelId="{44D2AB96-5C0E-4D9F-959E-20E94CF4467C}" type="pres">
      <dgm:prSet presAssocID="{8D7FCD3D-A0D5-4753-82A3-700CDDDCD779}" presName="spaceRect" presStyleCnt="0"/>
      <dgm:spPr/>
    </dgm:pt>
    <dgm:pt modelId="{5AF3B0C5-B93A-4D27-95AF-9ABFEE65CFC5}" type="pres">
      <dgm:prSet presAssocID="{8D7FCD3D-A0D5-4753-82A3-700CDDDCD779}" presName="parTx" presStyleLbl="revTx" presStyleIdx="7" presStyleCnt="10">
        <dgm:presLayoutVars>
          <dgm:chMax val="0"/>
          <dgm:chPref val="0"/>
        </dgm:presLayoutVars>
      </dgm:prSet>
      <dgm:spPr/>
    </dgm:pt>
    <dgm:pt modelId="{87BD50BC-4181-4C4E-9461-4550CEB5D036}" type="pres">
      <dgm:prSet presAssocID="{8D7FCD3D-A0D5-4753-82A3-700CDDDCD779}" presName="desTx" presStyleLbl="revTx" presStyleIdx="8" presStyleCnt="10">
        <dgm:presLayoutVars/>
      </dgm:prSet>
      <dgm:spPr/>
    </dgm:pt>
    <dgm:pt modelId="{2C0EE2E3-82DC-4735-A1CA-E438FD760ECA}" type="pres">
      <dgm:prSet presAssocID="{4032FECD-7611-4D36-ADF3-C3BA7A14D34E}" presName="sibTrans" presStyleCnt="0"/>
      <dgm:spPr/>
    </dgm:pt>
    <dgm:pt modelId="{3DF6F919-B745-454D-AEC3-7F469011A8CF}" type="pres">
      <dgm:prSet presAssocID="{52CECB75-FCDF-4A46-ABDF-AEAAB13CBB89}" presName="compNode" presStyleCnt="0"/>
      <dgm:spPr/>
    </dgm:pt>
    <dgm:pt modelId="{B17CB506-0A63-46AE-BDE0-9ABA490A8CA2}" type="pres">
      <dgm:prSet presAssocID="{52CECB75-FCDF-4A46-ABDF-AEAAB13CBB89}" presName="bgRect" presStyleLbl="bgShp" presStyleIdx="5" presStyleCnt="6"/>
      <dgm:spPr/>
    </dgm:pt>
    <dgm:pt modelId="{30E9E873-3B1D-4391-8FD6-4803B602B878}" type="pres">
      <dgm:prSet presAssocID="{52CECB75-FCDF-4A46-ABDF-AEAAB13CBB89}"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usiness Growth"/>
        </a:ext>
      </dgm:extLst>
    </dgm:pt>
    <dgm:pt modelId="{9B9BE315-6392-4B9E-BEA9-5881DC056D9D}" type="pres">
      <dgm:prSet presAssocID="{52CECB75-FCDF-4A46-ABDF-AEAAB13CBB89}" presName="spaceRect" presStyleCnt="0"/>
      <dgm:spPr/>
    </dgm:pt>
    <dgm:pt modelId="{9DF6868F-1E7C-431E-93DA-E03D8EBD2D2C}" type="pres">
      <dgm:prSet presAssocID="{52CECB75-FCDF-4A46-ABDF-AEAAB13CBB89}" presName="parTx" presStyleLbl="revTx" presStyleIdx="9" presStyleCnt="10">
        <dgm:presLayoutVars>
          <dgm:chMax val="0"/>
          <dgm:chPref val="0"/>
        </dgm:presLayoutVars>
      </dgm:prSet>
      <dgm:spPr/>
    </dgm:pt>
  </dgm:ptLst>
  <dgm:cxnLst>
    <dgm:cxn modelId="{8DA0A006-050D-46F5-A934-2AAEEC386AC8}" srcId="{3473132D-4326-40C4-880B-816D1B9AA438}" destId="{4028637D-F4BE-465D-BEFA-E598B984FD40}" srcOrd="0" destOrd="0" parTransId="{0398D76C-9B95-483D-A159-4C424EDC5C4E}" sibTransId="{3E938ED0-56BE-4450-B65F-06FE7031FDD9}"/>
    <dgm:cxn modelId="{B1A82E18-452B-4504-883D-067E4560B755}" srcId="{E2EA791D-1E31-4E04-A998-296F948FC96D}" destId="{8D7FCD3D-A0D5-4753-82A3-700CDDDCD779}" srcOrd="4" destOrd="0" parTransId="{E167C30C-C4FF-4A2C-B56C-12FE963FEAB3}" sibTransId="{4032FECD-7611-4D36-ADF3-C3BA7A14D34E}"/>
    <dgm:cxn modelId="{54838C20-9EC0-443F-8C2C-9DA2F3AA8B2C}" srcId="{E2EA791D-1E31-4E04-A998-296F948FC96D}" destId="{182124E8-012E-4930-B494-C63829D767BC}" srcOrd="0" destOrd="0" parTransId="{49B66066-6066-43DA-95F8-730FD72CA364}" sibTransId="{98D81650-C00D-4011-8E1A-2C95E780ABFA}"/>
    <dgm:cxn modelId="{4D2E2E2E-9856-4E85-8697-7090812A2984}" srcId="{38D80095-BB6C-4B46-BB9F-A3FAA09A9EE3}" destId="{D9ECA98D-F0E3-42FE-A7B9-7A6D03E2E0A8}" srcOrd="1" destOrd="0" parTransId="{146C6DB3-95E8-4216-9AC8-1449B5B7501E}" sibTransId="{620CBDEB-32CC-4BB8-B3B4-09102A36E728}"/>
    <dgm:cxn modelId="{EBFA4A42-C368-4452-A90E-A1F84A164CA3}" type="presOf" srcId="{C19D7396-B9B4-4E98-90D0-9CE0F640C92D}" destId="{AF04D5B3-8014-42A1-8631-99D75535BE02}" srcOrd="0" destOrd="0" presId="urn:microsoft.com/office/officeart/2018/2/layout/IconVerticalSolidList"/>
    <dgm:cxn modelId="{47E02976-9B78-4554-9F1D-6D047EDD5F80}" srcId="{4D1830E2-A17B-47CF-AD97-0077F417486A}" destId="{6403BA47-F4C1-4120-9173-8E4F70C5E5C6}" srcOrd="1" destOrd="0" parTransId="{5E4749C4-21FF-4CD1-A407-D39F690F7E05}" sibTransId="{9366E3FA-C190-4B77-BF50-A519C1F73A8F}"/>
    <dgm:cxn modelId="{6E2DAF7A-D145-4472-A4AE-93F3D10B0D11}" srcId="{8D7FCD3D-A0D5-4753-82A3-700CDDDCD779}" destId="{F6D5841D-724C-442F-88F2-C6F683E6F98D}" srcOrd="0" destOrd="0" parTransId="{AD2DFF9D-BAEA-4CD4-8120-4A908A57A8C3}" sibTransId="{8E33AF41-9770-4C55-81D8-D758968B8816}"/>
    <dgm:cxn modelId="{A447287F-0C05-4BB7-9065-CAB70D4DEE3D}" srcId="{E2EA791D-1E31-4E04-A998-296F948FC96D}" destId="{52CECB75-FCDF-4A46-ABDF-AEAAB13CBB89}" srcOrd="5" destOrd="0" parTransId="{7334EBAB-F2DB-46D0-BEEC-F5D73A291AA4}" sibTransId="{2B28A80D-A976-4D2E-9A67-D418F9172932}"/>
    <dgm:cxn modelId="{83AFCC84-3FA6-4C7A-9585-DD827162DB75}" type="presOf" srcId="{6403BA47-F4C1-4120-9173-8E4F70C5E5C6}" destId="{2F227B38-92E5-4F1E-A347-2DDABAE4AA15}" srcOrd="0" destOrd="1" presId="urn:microsoft.com/office/officeart/2018/2/layout/IconVerticalSolidList"/>
    <dgm:cxn modelId="{93719F88-E4CE-4ED9-B6EC-2506259EAB90}" type="presOf" srcId="{4028637D-F4BE-465D-BEFA-E598B984FD40}" destId="{4965BC9A-C700-4FA3-991F-21F4909C0C6D}" srcOrd="0" destOrd="0" presId="urn:microsoft.com/office/officeart/2018/2/layout/IconVerticalSolidList"/>
    <dgm:cxn modelId="{B3924192-81D7-41CC-9879-526E4FD6892F}" type="presOf" srcId="{3473132D-4326-40C4-880B-816D1B9AA438}" destId="{7BF0ADE5-721D-4A6C-9E29-6F2E4771B3D2}" srcOrd="0" destOrd="0" presId="urn:microsoft.com/office/officeart/2018/2/layout/IconVerticalSolidList"/>
    <dgm:cxn modelId="{5855FC92-E421-43E4-94A1-853CE3397F5C}" type="presOf" srcId="{F6D5841D-724C-442F-88F2-C6F683E6F98D}" destId="{87BD50BC-4181-4C4E-9461-4550CEB5D036}" srcOrd="0" destOrd="0" presId="urn:microsoft.com/office/officeart/2018/2/layout/IconVerticalSolidList"/>
    <dgm:cxn modelId="{CE7F0C93-AB15-410A-AE50-1271C7D40FD3}" srcId="{E2EA791D-1E31-4E04-A998-296F948FC96D}" destId="{3473132D-4326-40C4-880B-816D1B9AA438}" srcOrd="3" destOrd="0" parTransId="{60DEA83C-F4C9-408F-93D4-2096A7F25283}" sibTransId="{CF7A5F8C-0010-4ED3-9099-32E5B9C857D4}"/>
    <dgm:cxn modelId="{D4691B97-0111-4912-B035-7D7F8E2F4CD6}" type="presOf" srcId="{4D1830E2-A17B-47CF-AD97-0077F417486A}" destId="{4DB6BFE3-A501-4104-ABEC-30D1A8B65763}" srcOrd="0" destOrd="0" presId="urn:microsoft.com/office/officeart/2018/2/layout/IconVerticalSolidList"/>
    <dgm:cxn modelId="{575A559E-B8BA-4751-B900-F0A3BD83BCC8}" srcId="{3473132D-4326-40C4-880B-816D1B9AA438}" destId="{DA5E0050-681E-41C3-9797-363CF846FB90}" srcOrd="1" destOrd="0" parTransId="{60A5BB4D-026E-4EF1-B3B8-58F57BC02890}" sibTransId="{FFF0A143-2D2E-4FF9-BB7D-87FA34E4CAC5}"/>
    <dgm:cxn modelId="{18721AA6-E7D5-4839-838A-95E7EDBA0442}" type="presOf" srcId="{DA5E0050-681E-41C3-9797-363CF846FB90}" destId="{4965BC9A-C700-4FA3-991F-21F4909C0C6D}" srcOrd="0" destOrd="1" presId="urn:microsoft.com/office/officeart/2018/2/layout/IconVerticalSolidList"/>
    <dgm:cxn modelId="{86A7FBAC-608F-4018-894A-4DAFCDFD0382}" type="presOf" srcId="{52CECB75-FCDF-4A46-ABDF-AEAAB13CBB89}" destId="{9DF6868F-1E7C-431E-93DA-E03D8EBD2D2C}" srcOrd="0" destOrd="0" presId="urn:microsoft.com/office/officeart/2018/2/layout/IconVerticalSolidList"/>
    <dgm:cxn modelId="{19926BC1-DC98-4DD0-967B-1BA8A8370DC7}" type="presOf" srcId="{8D7FCD3D-A0D5-4753-82A3-700CDDDCD779}" destId="{5AF3B0C5-B93A-4D27-95AF-9ABFEE65CFC5}" srcOrd="0" destOrd="0" presId="urn:microsoft.com/office/officeart/2018/2/layout/IconVerticalSolidList"/>
    <dgm:cxn modelId="{1C7A39CE-B157-4510-8318-A15F0A2504A9}" type="presOf" srcId="{E2EA791D-1E31-4E04-A998-296F948FC96D}" destId="{550E5FA4-EF39-4403-BCCD-BFBFA78DB83F}" srcOrd="0" destOrd="0" presId="urn:microsoft.com/office/officeart/2018/2/layout/IconVerticalSolidList"/>
    <dgm:cxn modelId="{7425AED1-06A6-41F7-9C9D-1ADA74309B46}" type="presOf" srcId="{182124E8-012E-4930-B494-C63829D767BC}" destId="{8D1CCB1F-2ACA-47B4-9F15-EEF90203D9B7}" srcOrd="0" destOrd="0" presId="urn:microsoft.com/office/officeart/2018/2/layout/IconVerticalSolidList"/>
    <dgm:cxn modelId="{1BAA64DD-E802-4654-B291-4ABA3DA3226C}" type="presOf" srcId="{38D80095-BB6C-4B46-BB9F-A3FAA09A9EE3}" destId="{36552327-9325-4D78-A77B-E92E6B2B94EE}" srcOrd="0" destOrd="0" presId="urn:microsoft.com/office/officeart/2018/2/layout/IconVerticalSolidList"/>
    <dgm:cxn modelId="{F6C368E4-261C-4291-98EB-9AC7A3A9C62D}" srcId="{4D1830E2-A17B-47CF-AD97-0077F417486A}" destId="{A39D2DBA-DF8A-49AA-9C0D-BB3C41FDD7B3}" srcOrd="0" destOrd="0" parTransId="{15BB0323-5DD9-4709-8621-27656925DFB5}" sibTransId="{45365350-23F1-49BE-9629-79D7CF99BA0C}"/>
    <dgm:cxn modelId="{9B1842EA-4495-447F-BA21-0FC9E9CAD765}" type="presOf" srcId="{D9ECA98D-F0E3-42FE-A7B9-7A6D03E2E0A8}" destId="{AF04D5B3-8014-42A1-8631-99D75535BE02}" srcOrd="0" destOrd="1" presId="urn:microsoft.com/office/officeart/2018/2/layout/IconVerticalSolidList"/>
    <dgm:cxn modelId="{9875ADED-F1DF-470A-8433-F7A3123FD7FF}" srcId="{38D80095-BB6C-4B46-BB9F-A3FAA09A9EE3}" destId="{C19D7396-B9B4-4E98-90D0-9CE0F640C92D}" srcOrd="0" destOrd="0" parTransId="{C6DDC2DA-288A-4D2C-A8F5-73E36D5AC90E}" sibTransId="{B2614781-8C8A-4AAF-BC4E-CF2259DE8266}"/>
    <dgm:cxn modelId="{FBCBC5ED-9D1D-44DF-B434-33AE66AA7DDB}" type="presOf" srcId="{A39D2DBA-DF8A-49AA-9C0D-BB3C41FDD7B3}" destId="{2F227B38-92E5-4F1E-A347-2DDABAE4AA15}" srcOrd="0" destOrd="0" presId="urn:microsoft.com/office/officeart/2018/2/layout/IconVerticalSolidList"/>
    <dgm:cxn modelId="{C34522F1-4506-4B70-8672-00B3661CE1E2}" srcId="{E2EA791D-1E31-4E04-A998-296F948FC96D}" destId="{4D1830E2-A17B-47CF-AD97-0077F417486A}" srcOrd="2" destOrd="0" parTransId="{55A68666-023D-4F9C-B3E7-98B9D71D315B}" sibTransId="{71FBC702-B93F-41B5-A30C-6F8CB375CE9E}"/>
    <dgm:cxn modelId="{A754B7FD-0B0E-40D8-B667-F139D93638DA}" srcId="{E2EA791D-1E31-4E04-A998-296F948FC96D}" destId="{38D80095-BB6C-4B46-BB9F-A3FAA09A9EE3}" srcOrd="1" destOrd="0" parTransId="{82A052D3-1CAA-4D71-9F0A-6CB749D5A798}" sibTransId="{2CF31F36-BA86-4FB5-9386-776B5D00A17D}"/>
    <dgm:cxn modelId="{4CE1E169-50C9-47BF-A1AA-847090B18BF9}" type="presParOf" srcId="{550E5FA4-EF39-4403-BCCD-BFBFA78DB83F}" destId="{BB28735A-A7AB-43D3-B442-4A70FD3CA7DF}" srcOrd="0" destOrd="0" presId="urn:microsoft.com/office/officeart/2018/2/layout/IconVerticalSolidList"/>
    <dgm:cxn modelId="{B50BAC40-7901-4FB5-8CFB-6D8B7B674F6E}" type="presParOf" srcId="{BB28735A-A7AB-43D3-B442-4A70FD3CA7DF}" destId="{1CAB39D0-32AE-41F3-8507-1B7C471D3EE5}" srcOrd="0" destOrd="0" presId="urn:microsoft.com/office/officeart/2018/2/layout/IconVerticalSolidList"/>
    <dgm:cxn modelId="{00407729-CFC2-466E-B7BD-FFDDA41FC43C}" type="presParOf" srcId="{BB28735A-A7AB-43D3-B442-4A70FD3CA7DF}" destId="{FA6C8E8C-4A94-4927-A204-B7144F397F3F}" srcOrd="1" destOrd="0" presId="urn:microsoft.com/office/officeart/2018/2/layout/IconVerticalSolidList"/>
    <dgm:cxn modelId="{64A36F78-103D-4545-9A42-5E77D076A03B}" type="presParOf" srcId="{BB28735A-A7AB-43D3-B442-4A70FD3CA7DF}" destId="{C5610FA4-0738-4840-B49B-B5C1C3AD35AC}" srcOrd="2" destOrd="0" presId="urn:microsoft.com/office/officeart/2018/2/layout/IconVerticalSolidList"/>
    <dgm:cxn modelId="{1C8C399E-6A16-462E-9092-7DF182DD6E84}" type="presParOf" srcId="{BB28735A-A7AB-43D3-B442-4A70FD3CA7DF}" destId="{8D1CCB1F-2ACA-47B4-9F15-EEF90203D9B7}" srcOrd="3" destOrd="0" presId="urn:microsoft.com/office/officeart/2018/2/layout/IconVerticalSolidList"/>
    <dgm:cxn modelId="{8D3E2459-1AA5-421D-82DE-7A0E2626E68C}" type="presParOf" srcId="{550E5FA4-EF39-4403-BCCD-BFBFA78DB83F}" destId="{3B318576-77CD-4529-87C3-06609BDB2B00}" srcOrd="1" destOrd="0" presId="urn:microsoft.com/office/officeart/2018/2/layout/IconVerticalSolidList"/>
    <dgm:cxn modelId="{1D3CD145-41EF-46EC-BD86-830B898BFECE}" type="presParOf" srcId="{550E5FA4-EF39-4403-BCCD-BFBFA78DB83F}" destId="{93F8E891-E92F-47D1-BD19-CAFA9B1CF284}" srcOrd="2" destOrd="0" presId="urn:microsoft.com/office/officeart/2018/2/layout/IconVerticalSolidList"/>
    <dgm:cxn modelId="{6666283E-0C80-4913-BA3E-4060CDDEB26E}" type="presParOf" srcId="{93F8E891-E92F-47D1-BD19-CAFA9B1CF284}" destId="{C9FBBFE3-FA5D-4EC3-8BE9-4702FD95C5B9}" srcOrd="0" destOrd="0" presId="urn:microsoft.com/office/officeart/2018/2/layout/IconVerticalSolidList"/>
    <dgm:cxn modelId="{65E49B93-7BE7-4750-8022-64334EF3FC97}" type="presParOf" srcId="{93F8E891-E92F-47D1-BD19-CAFA9B1CF284}" destId="{6E99C298-04B3-4721-9D5B-387CEB0F07AD}" srcOrd="1" destOrd="0" presId="urn:microsoft.com/office/officeart/2018/2/layout/IconVerticalSolidList"/>
    <dgm:cxn modelId="{4E8C7259-2F59-43CF-857B-8B128671D13E}" type="presParOf" srcId="{93F8E891-E92F-47D1-BD19-CAFA9B1CF284}" destId="{F2DC1855-1E1E-41F4-8C85-CE2265CC35A0}" srcOrd="2" destOrd="0" presId="urn:microsoft.com/office/officeart/2018/2/layout/IconVerticalSolidList"/>
    <dgm:cxn modelId="{BDEFB828-9F38-47CB-BA4C-EE4A8D929093}" type="presParOf" srcId="{93F8E891-E92F-47D1-BD19-CAFA9B1CF284}" destId="{36552327-9325-4D78-A77B-E92E6B2B94EE}" srcOrd="3" destOrd="0" presId="urn:microsoft.com/office/officeart/2018/2/layout/IconVerticalSolidList"/>
    <dgm:cxn modelId="{3E1D6A4F-6697-471B-AE6C-2391DC08411F}" type="presParOf" srcId="{93F8E891-E92F-47D1-BD19-CAFA9B1CF284}" destId="{AF04D5B3-8014-42A1-8631-99D75535BE02}" srcOrd="4" destOrd="0" presId="urn:microsoft.com/office/officeart/2018/2/layout/IconVerticalSolidList"/>
    <dgm:cxn modelId="{BFAFC8DC-D4F8-4391-8A28-62B0E07CCEE1}" type="presParOf" srcId="{550E5FA4-EF39-4403-BCCD-BFBFA78DB83F}" destId="{EF462695-2E9E-4FCD-A1D1-B8BCA93FDF38}" srcOrd="3" destOrd="0" presId="urn:microsoft.com/office/officeart/2018/2/layout/IconVerticalSolidList"/>
    <dgm:cxn modelId="{C6116355-FD0A-4AC1-9163-9064F6128900}" type="presParOf" srcId="{550E5FA4-EF39-4403-BCCD-BFBFA78DB83F}" destId="{57DEA3F0-3188-4865-B1AB-06A10B9BB186}" srcOrd="4" destOrd="0" presId="urn:microsoft.com/office/officeart/2018/2/layout/IconVerticalSolidList"/>
    <dgm:cxn modelId="{6F92B6D8-3B8C-4E1F-97C5-D80C30289F9F}" type="presParOf" srcId="{57DEA3F0-3188-4865-B1AB-06A10B9BB186}" destId="{3D9EEBD4-D915-40B7-9F2C-5F69E67A5869}" srcOrd="0" destOrd="0" presId="urn:microsoft.com/office/officeart/2018/2/layout/IconVerticalSolidList"/>
    <dgm:cxn modelId="{E4B9F934-AFB1-417C-9CD0-1E01C0E16177}" type="presParOf" srcId="{57DEA3F0-3188-4865-B1AB-06A10B9BB186}" destId="{330912EE-CDA1-4FCE-AFD2-AB14D6303396}" srcOrd="1" destOrd="0" presId="urn:microsoft.com/office/officeart/2018/2/layout/IconVerticalSolidList"/>
    <dgm:cxn modelId="{261C991C-2B11-4A2B-BDF3-43851BFD4DAB}" type="presParOf" srcId="{57DEA3F0-3188-4865-B1AB-06A10B9BB186}" destId="{7FB5D0AA-540C-4948-B49B-78C4F6EB6B45}" srcOrd="2" destOrd="0" presId="urn:microsoft.com/office/officeart/2018/2/layout/IconVerticalSolidList"/>
    <dgm:cxn modelId="{4707D0E2-1ABB-4A74-8664-A71DFF7CA6ED}" type="presParOf" srcId="{57DEA3F0-3188-4865-B1AB-06A10B9BB186}" destId="{4DB6BFE3-A501-4104-ABEC-30D1A8B65763}" srcOrd="3" destOrd="0" presId="urn:microsoft.com/office/officeart/2018/2/layout/IconVerticalSolidList"/>
    <dgm:cxn modelId="{44C4D202-3ACC-403B-B5DC-EF5D63F21241}" type="presParOf" srcId="{57DEA3F0-3188-4865-B1AB-06A10B9BB186}" destId="{2F227B38-92E5-4F1E-A347-2DDABAE4AA15}" srcOrd="4" destOrd="0" presId="urn:microsoft.com/office/officeart/2018/2/layout/IconVerticalSolidList"/>
    <dgm:cxn modelId="{950B7DA4-47B9-4BBC-89C6-0A18967767A9}" type="presParOf" srcId="{550E5FA4-EF39-4403-BCCD-BFBFA78DB83F}" destId="{5C0AC79E-A5BE-44C2-BC80-892725D16E36}" srcOrd="5" destOrd="0" presId="urn:microsoft.com/office/officeart/2018/2/layout/IconVerticalSolidList"/>
    <dgm:cxn modelId="{D38E04B8-3A44-4391-99FA-A73BEA1B8C89}" type="presParOf" srcId="{550E5FA4-EF39-4403-BCCD-BFBFA78DB83F}" destId="{2EBD5C06-0213-4255-9B37-778DACE4271B}" srcOrd="6" destOrd="0" presId="urn:microsoft.com/office/officeart/2018/2/layout/IconVerticalSolidList"/>
    <dgm:cxn modelId="{1D4B6BBB-4038-4FEC-9891-B0BBE4411866}" type="presParOf" srcId="{2EBD5C06-0213-4255-9B37-778DACE4271B}" destId="{BFB27966-65AE-4AB1-9685-05F3785AFA1A}" srcOrd="0" destOrd="0" presId="urn:microsoft.com/office/officeart/2018/2/layout/IconVerticalSolidList"/>
    <dgm:cxn modelId="{9E5AD731-6B68-42F8-9895-0415866DA454}" type="presParOf" srcId="{2EBD5C06-0213-4255-9B37-778DACE4271B}" destId="{86B09CF2-1D11-425A-A975-9FFC4DFA5779}" srcOrd="1" destOrd="0" presId="urn:microsoft.com/office/officeart/2018/2/layout/IconVerticalSolidList"/>
    <dgm:cxn modelId="{15CB62EB-5D02-4150-B4FE-92DDC95DE55F}" type="presParOf" srcId="{2EBD5C06-0213-4255-9B37-778DACE4271B}" destId="{FED29659-7647-4E08-829A-A43A25DB1FE7}" srcOrd="2" destOrd="0" presId="urn:microsoft.com/office/officeart/2018/2/layout/IconVerticalSolidList"/>
    <dgm:cxn modelId="{586AF339-ACDE-43E7-8886-610E62DE0F48}" type="presParOf" srcId="{2EBD5C06-0213-4255-9B37-778DACE4271B}" destId="{7BF0ADE5-721D-4A6C-9E29-6F2E4771B3D2}" srcOrd="3" destOrd="0" presId="urn:microsoft.com/office/officeart/2018/2/layout/IconVerticalSolidList"/>
    <dgm:cxn modelId="{2BCC9871-CF8D-46D8-9F85-7B0870A6D873}" type="presParOf" srcId="{2EBD5C06-0213-4255-9B37-778DACE4271B}" destId="{4965BC9A-C700-4FA3-991F-21F4909C0C6D}" srcOrd="4" destOrd="0" presId="urn:microsoft.com/office/officeart/2018/2/layout/IconVerticalSolidList"/>
    <dgm:cxn modelId="{9F4377C8-2912-47BC-8184-F8CD8536DE4B}" type="presParOf" srcId="{550E5FA4-EF39-4403-BCCD-BFBFA78DB83F}" destId="{26E8D9F9-B861-4067-B549-372E812ED59B}" srcOrd="7" destOrd="0" presId="urn:microsoft.com/office/officeart/2018/2/layout/IconVerticalSolidList"/>
    <dgm:cxn modelId="{8CF6529B-34A3-48AB-9EED-D2466050D3ED}" type="presParOf" srcId="{550E5FA4-EF39-4403-BCCD-BFBFA78DB83F}" destId="{3C2B3963-DA52-4528-BFDC-342F319472AE}" srcOrd="8" destOrd="0" presId="urn:microsoft.com/office/officeart/2018/2/layout/IconVerticalSolidList"/>
    <dgm:cxn modelId="{347011EA-2A57-4C91-805B-1E50027B2121}" type="presParOf" srcId="{3C2B3963-DA52-4528-BFDC-342F319472AE}" destId="{227D9CC2-E2A9-4C74-B0A9-3D9379B33A4A}" srcOrd="0" destOrd="0" presId="urn:microsoft.com/office/officeart/2018/2/layout/IconVerticalSolidList"/>
    <dgm:cxn modelId="{CF06459E-A57F-4F17-9DB1-F5C17991E6C4}" type="presParOf" srcId="{3C2B3963-DA52-4528-BFDC-342F319472AE}" destId="{736158FE-9CD4-4CD0-88E9-715329AE1D0F}" srcOrd="1" destOrd="0" presId="urn:microsoft.com/office/officeart/2018/2/layout/IconVerticalSolidList"/>
    <dgm:cxn modelId="{5EC84F74-C650-4FA5-A302-E580327B7815}" type="presParOf" srcId="{3C2B3963-DA52-4528-BFDC-342F319472AE}" destId="{44D2AB96-5C0E-4D9F-959E-20E94CF4467C}" srcOrd="2" destOrd="0" presId="urn:microsoft.com/office/officeart/2018/2/layout/IconVerticalSolidList"/>
    <dgm:cxn modelId="{7F40D74E-8562-489B-B0E6-9087B2536154}" type="presParOf" srcId="{3C2B3963-DA52-4528-BFDC-342F319472AE}" destId="{5AF3B0C5-B93A-4D27-95AF-9ABFEE65CFC5}" srcOrd="3" destOrd="0" presId="urn:microsoft.com/office/officeart/2018/2/layout/IconVerticalSolidList"/>
    <dgm:cxn modelId="{98F34CC1-9E43-4D0A-8FAF-A54E3D05EE42}" type="presParOf" srcId="{3C2B3963-DA52-4528-BFDC-342F319472AE}" destId="{87BD50BC-4181-4C4E-9461-4550CEB5D036}" srcOrd="4" destOrd="0" presId="urn:microsoft.com/office/officeart/2018/2/layout/IconVerticalSolidList"/>
    <dgm:cxn modelId="{E2CB1CFE-993E-4909-A14B-1C80A7CFF631}" type="presParOf" srcId="{550E5FA4-EF39-4403-BCCD-BFBFA78DB83F}" destId="{2C0EE2E3-82DC-4735-A1CA-E438FD760ECA}" srcOrd="9" destOrd="0" presId="urn:microsoft.com/office/officeart/2018/2/layout/IconVerticalSolidList"/>
    <dgm:cxn modelId="{222414EA-6279-4B8B-BF4C-9D3C5CAA1097}" type="presParOf" srcId="{550E5FA4-EF39-4403-BCCD-BFBFA78DB83F}" destId="{3DF6F919-B745-454D-AEC3-7F469011A8CF}" srcOrd="10" destOrd="0" presId="urn:microsoft.com/office/officeart/2018/2/layout/IconVerticalSolidList"/>
    <dgm:cxn modelId="{8C564953-6156-4E02-89E2-8CD85BB0F30E}" type="presParOf" srcId="{3DF6F919-B745-454D-AEC3-7F469011A8CF}" destId="{B17CB506-0A63-46AE-BDE0-9ABA490A8CA2}" srcOrd="0" destOrd="0" presId="urn:microsoft.com/office/officeart/2018/2/layout/IconVerticalSolidList"/>
    <dgm:cxn modelId="{4E42C9E7-80FF-4EBD-9576-8C34113B352C}" type="presParOf" srcId="{3DF6F919-B745-454D-AEC3-7F469011A8CF}" destId="{30E9E873-3B1D-4391-8FD6-4803B602B878}" srcOrd="1" destOrd="0" presId="urn:microsoft.com/office/officeart/2018/2/layout/IconVerticalSolidList"/>
    <dgm:cxn modelId="{6296C637-F258-460F-A5C7-A9527D21855A}" type="presParOf" srcId="{3DF6F919-B745-454D-AEC3-7F469011A8CF}" destId="{9B9BE315-6392-4B9E-BEA9-5881DC056D9D}" srcOrd="2" destOrd="0" presId="urn:microsoft.com/office/officeart/2018/2/layout/IconVerticalSolidList"/>
    <dgm:cxn modelId="{1D9FE984-84FB-4010-9BAF-F4F09B745015}" type="presParOf" srcId="{3DF6F919-B745-454D-AEC3-7F469011A8CF}" destId="{9DF6868F-1E7C-431E-93DA-E03D8EBD2D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502A45A-2B10-4E2D-B3CF-DF8C43F6BC0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67FCEBE8-651B-4E39-BE9D-7B0C719CF233}">
      <dgm:prSet/>
      <dgm:spPr/>
      <dgm:t>
        <a:bodyPr/>
        <a:lstStyle/>
        <a:p>
          <a:pPr>
            <a:lnSpc>
              <a:spcPct val="100000"/>
            </a:lnSpc>
          </a:pPr>
          <a:r>
            <a:rPr lang="en-IN"/>
            <a:t>Predictive attrition modeling using machine learning</a:t>
          </a:r>
          <a:endParaRPr lang="en-US"/>
        </a:p>
      </dgm:t>
    </dgm:pt>
    <dgm:pt modelId="{0B2D2469-AC58-4C8C-852F-43B02C7F9CFA}" type="parTrans" cxnId="{2A747D6B-52FF-43F3-84D4-5957A231C0CA}">
      <dgm:prSet/>
      <dgm:spPr/>
      <dgm:t>
        <a:bodyPr/>
        <a:lstStyle/>
        <a:p>
          <a:endParaRPr lang="en-US"/>
        </a:p>
      </dgm:t>
    </dgm:pt>
    <dgm:pt modelId="{CC94550A-28CD-4353-9389-CF2B5C94A843}" type="sibTrans" cxnId="{2A747D6B-52FF-43F3-84D4-5957A231C0CA}">
      <dgm:prSet/>
      <dgm:spPr/>
      <dgm:t>
        <a:bodyPr/>
        <a:lstStyle/>
        <a:p>
          <a:endParaRPr lang="en-US"/>
        </a:p>
      </dgm:t>
    </dgm:pt>
    <dgm:pt modelId="{968564E3-DB65-46A1-9C97-1FD83EB7FEF4}">
      <dgm:prSet/>
      <dgm:spPr/>
      <dgm:t>
        <a:bodyPr/>
        <a:lstStyle/>
        <a:p>
          <a:pPr>
            <a:lnSpc>
              <a:spcPct val="100000"/>
            </a:lnSpc>
          </a:pPr>
          <a:r>
            <a:rPr lang="en-IN"/>
            <a:t>Employee‑level risk scoring</a:t>
          </a:r>
          <a:endParaRPr lang="en-US"/>
        </a:p>
      </dgm:t>
    </dgm:pt>
    <dgm:pt modelId="{8FCDC132-075B-42A8-AA8A-0961CDFBE28A}" type="parTrans" cxnId="{113C4955-B18C-4DA0-AAC4-54D7F5162A70}">
      <dgm:prSet/>
      <dgm:spPr/>
      <dgm:t>
        <a:bodyPr/>
        <a:lstStyle/>
        <a:p>
          <a:endParaRPr lang="en-US"/>
        </a:p>
      </dgm:t>
    </dgm:pt>
    <dgm:pt modelId="{B99905E5-98D0-4F7B-B071-4940A45B63D3}" type="sibTrans" cxnId="{113C4955-B18C-4DA0-AAC4-54D7F5162A70}">
      <dgm:prSet/>
      <dgm:spPr/>
      <dgm:t>
        <a:bodyPr/>
        <a:lstStyle/>
        <a:p>
          <a:endParaRPr lang="en-US"/>
        </a:p>
      </dgm:t>
    </dgm:pt>
    <dgm:pt modelId="{C6D8A0A0-481C-4FB2-B49A-5816FC1DC7BD}">
      <dgm:prSet/>
      <dgm:spPr/>
      <dgm:t>
        <a:bodyPr/>
        <a:lstStyle/>
        <a:p>
          <a:pPr>
            <a:lnSpc>
              <a:spcPct val="100000"/>
            </a:lnSpc>
          </a:pPr>
          <a:r>
            <a:rPr lang="en-IN"/>
            <a:t>Automated data refresh and scheduled reporting</a:t>
          </a:r>
          <a:endParaRPr lang="en-US"/>
        </a:p>
      </dgm:t>
    </dgm:pt>
    <dgm:pt modelId="{42750608-5C26-4F1B-B8A7-27B0268C4017}" type="parTrans" cxnId="{1EB83B99-E730-4FF3-8958-060A38A1EA35}">
      <dgm:prSet/>
      <dgm:spPr/>
      <dgm:t>
        <a:bodyPr/>
        <a:lstStyle/>
        <a:p>
          <a:endParaRPr lang="en-US"/>
        </a:p>
      </dgm:t>
    </dgm:pt>
    <dgm:pt modelId="{F48E7866-0DF5-490F-9273-79F887588FB6}" type="sibTrans" cxnId="{1EB83B99-E730-4FF3-8958-060A38A1EA35}">
      <dgm:prSet/>
      <dgm:spPr/>
      <dgm:t>
        <a:bodyPr/>
        <a:lstStyle/>
        <a:p>
          <a:endParaRPr lang="en-US"/>
        </a:p>
      </dgm:t>
    </dgm:pt>
    <dgm:pt modelId="{8AC22EDD-2214-40CC-9B3C-FB3F58089E83}">
      <dgm:prSet/>
      <dgm:spPr/>
      <dgm:t>
        <a:bodyPr/>
        <a:lstStyle/>
        <a:p>
          <a:pPr>
            <a:lnSpc>
              <a:spcPct val="100000"/>
            </a:lnSpc>
          </a:pPr>
          <a:r>
            <a:rPr lang="en-IN"/>
            <a:t>Integration with payroll and performance management systems</a:t>
          </a:r>
          <a:endParaRPr lang="en-US"/>
        </a:p>
      </dgm:t>
    </dgm:pt>
    <dgm:pt modelId="{B425DC48-E2A4-418A-A1C3-CC251E315898}" type="parTrans" cxnId="{27A4EE31-365B-480F-B4BD-F261AC191AFD}">
      <dgm:prSet/>
      <dgm:spPr/>
      <dgm:t>
        <a:bodyPr/>
        <a:lstStyle/>
        <a:p>
          <a:endParaRPr lang="en-US"/>
        </a:p>
      </dgm:t>
    </dgm:pt>
    <dgm:pt modelId="{57FDE493-96D2-4C54-9CA6-D7AC27408CDE}" type="sibTrans" cxnId="{27A4EE31-365B-480F-B4BD-F261AC191AFD}">
      <dgm:prSet/>
      <dgm:spPr/>
      <dgm:t>
        <a:bodyPr/>
        <a:lstStyle/>
        <a:p>
          <a:endParaRPr lang="en-US"/>
        </a:p>
      </dgm:t>
    </dgm:pt>
    <dgm:pt modelId="{CFB4196D-38D1-4B0D-A785-51DFE61DA40B}" type="pres">
      <dgm:prSet presAssocID="{2502A45A-2B10-4E2D-B3CF-DF8C43F6BC0A}" presName="root" presStyleCnt="0">
        <dgm:presLayoutVars>
          <dgm:dir/>
          <dgm:resizeHandles val="exact"/>
        </dgm:presLayoutVars>
      </dgm:prSet>
      <dgm:spPr/>
    </dgm:pt>
    <dgm:pt modelId="{231BA910-B082-4C37-BD35-0345EFDF411F}" type="pres">
      <dgm:prSet presAssocID="{67FCEBE8-651B-4E39-BE9D-7B0C719CF233}" presName="compNode" presStyleCnt="0"/>
      <dgm:spPr/>
    </dgm:pt>
    <dgm:pt modelId="{6906FB0A-EA80-4117-A02A-0DD1705AD2E7}" type="pres">
      <dgm:prSet presAssocID="{67FCEBE8-651B-4E39-BE9D-7B0C719CF23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E4B9C0B7-1CDE-4830-A533-8F289A16F23F}" type="pres">
      <dgm:prSet presAssocID="{67FCEBE8-651B-4E39-BE9D-7B0C719CF233}" presName="spaceRect" presStyleCnt="0"/>
      <dgm:spPr/>
    </dgm:pt>
    <dgm:pt modelId="{BA00CE6A-07FB-4A58-AA2E-CE88C2376732}" type="pres">
      <dgm:prSet presAssocID="{67FCEBE8-651B-4E39-BE9D-7B0C719CF233}" presName="textRect" presStyleLbl="revTx" presStyleIdx="0" presStyleCnt="4">
        <dgm:presLayoutVars>
          <dgm:chMax val="1"/>
          <dgm:chPref val="1"/>
        </dgm:presLayoutVars>
      </dgm:prSet>
      <dgm:spPr/>
    </dgm:pt>
    <dgm:pt modelId="{55462124-6124-4155-BD6D-0368750DAE6D}" type="pres">
      <dgm:prSet presAssocID="{CC94550A-28CD-4353-9389-CF2B5C94A843}" presName="sibTrans" presStyleCnt="0"/>
      <dgm:spPr/>
    </dgm:pt>
    <dgm:pt modelId="{221D82E6-0B98-41FE-BD5F-C9AE27839B33}" type="pres">
      <dgm:prSet presAssocID="{968564E3-DB65-46A1-9C97-1FD83EB7FEF4}" presName="compNode" presStyleCnt="0"/>
      <dgm:spPr/>
    </dgm:pt>
    <dgm:pt modelId="{8FD37CD6-3228-43D5-8354-80EACFE5A1E7}" type="pres">
      <dgm:prSet presAssocID="{968564E3-DB65-46A1-9C97-1FD83EB7FEF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3DD812E0-C26D-46EC-B42B-0DAE135A51AB}" type="pres">
      <dgm:prSet presAssocID="{968564E3-DB65-46A1-9C97-1FD83EB7FEF4}" presName="spaceRect" presStyleCnt="0"/>
      <dgm:spPr/>
    </dgm:pt>
    <dgm:pt modelId="{93874397-2EF2-4A2A-AA9E-1561314319F0}" type="pres">
      <dgm:prSet presAssocID="{968564E3-DB65-46A1-9C97-1FD83EB7FEF4}" presName="textRect" presStyleLbl="revTx" presStyleIdx="1" presStyleCnt="4">
        <dgm:presLayoutVars>
          <dgm:chMax val="1"/>
          <dgm:chPref val="1"/>
        </dgm:presLayoutVars>
      </dgm:prSet>
      <dgm:spPr/>
    </dgm:pt>
    <dgm:pt modelId="{B16A0767-F2B2-4CEC-AC6A-961B7B0A3090}" type="pres">
      <dgm:prSet presAssocID="{B99905E5-98D0-4F7B-B071-4940A45B63D3}" presName="sibTrans" presStyleCnt="0"/>
      <dgm:spPr/>
    </dgm:pt>
    <dgm:pt modelId="{264726B1-94E4-4C4F-B470-FC84C0229DD6}" type="pres">
      <dgm:prSet presAssocID="{C6D8A0A0-481C-4FB2-B49A-5816FC1DC7BD}" presName="compNode" presStyleCnt="0"/>
      <dgm:spPr/>
    </dgm:pt>
    <dgm:pt modelId="{F1E59138-D966-43EB-AE6A-53E703828552}" type="pres">
      <dgm:prSet presAssocID="{C6D8A0A0-481C-4FB2-B49A-5816FC1DC7B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549F918A-A537-4095-AC9B-6CF87A33B942}" type="pres">
      <dgm:prSet presAssocID="{C6D8A0A0-481C-4FB2-B49A-5816FC1DC7BD}" presName="spaceRect" presStyleCnt="0"/>
      <dgm:spPr/>
    </dgm:pt>
    <dgm:pt modelId="{65895290-26F9-4AE8-9188-EACBD4BEB874}" type="pres">
      <dgm:prSet presAssocID="{C6D8A0A0-481C-4FB2-B49A-5816FC1DC7BD}" presName="textRect" presStyleLbl="revTx" presStyleIdx="2" presStyleCnt="4">
        <dgm:presLayoutVars>
          <dgm:chMax val="1"/>
          <dgm:chPref val="1"/>
        </dgm:presLayoutVars>
      </dgm:prSet>
      <dgm:spPr/>
    </dgm:pt>
    <dgm:pt modelId="{69577B88-4EFD-40EB-9DC1-BCA6650CD7A6}" type="pres">
      <dgm:prSet presAssocID="{F48E7866-0DF5-490F-9273-79F887588FB6}" presName="sibTrans" presStyleCnt="0"/>
      <dgm:spPr/>
    </dgm:pt>
    <dgm:pt modelId="{4EC823D4-807B-4368-95BD-3EB4DD4357C7}" type="pres">
      <dgm:prSet presAssocID="{8AC22EDD-2214-40CC-9B3C-FB3F58089E83}" presName="compNode" presStyleCnt="0"/>
      <dgm:spPr/>
    </dgm:pt>
    <dgm:pt modelId="{DC6C38D8-6336-43DF-BB92-9149CD33DC8D}" type="pres">
      <dgm:prSet presAssocID="{8AC22EDD-2214-40CC-9B3C-FB3F58089E8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7254CB11-6BC5-40F3-8B93-3A59B33A3196}" type="pres">
      <dgm:prSet presAssocID="{8AC22EDD-2214-40CC-9B3C-FB3F58089E83}" presName="spaceRect" presStyleCnt="0"/>
      <dgm:spPr/>
    </dgm:pt>
    <dgm:pt modelId="{1E377C7B-88AD-42D3-9B9C-A9A8AF23D717}" type="pres">
      <dgm:prSet presAssocID="{8AC22EDD-2214-40CC-9B3C-FB3F58089E83}" presName="textRect" presStyleLbl="revTx" presStyleIdx="3" presStyleCnt="4">
        <dgm:presLayoutVars>
          <dgm:chMax val="1"/>
          <dgm:chPref val="1"/>
        </dgm:presLayoutVars>
      </dgm:prSet>
      <dgm:spPr/>
    </dgm:pt>
  </dgm:ptLst>
  <dgm:cxnLst>
    <dgm:cxn modelId="{13D99E06-F6E2-465D-8063-BC6A66ED3C00}" type="presOf" srcId="{8AC22EDD-2214-40CC-9B3C-FB3F58089E83}" destId="{1E377C7B-88AD-42D3-9B9C-A9A8AF23D717}" srcOrd="0" destOrd="0" presId="urn:microsoft.com/office/officeart/2018/2/layout/IconLabelList"/>
    <dgm:cxn modelId="{27A4EE31-365B-480F-B4BD-F261AC191AFD}" srcId="{2502A45A-2B10-4E2D-B3CF-DF8C43F6BC0A}" destId="{8AC22EDD-2214-40CC-9B3C-FB3F58089E83}" srcOrd="3" destOrd="0" parTransId="{B425DC48-E2A4-418A-A1C3-CC251E315898}" sibTransId="{57FDE493-96D2-4C54-9CA6-D7AC27408CDE}"/>
    <dgm:cxn modelId="{2A747D6B-52FF-43F3-84D4-5957A231C0CA}" srcId="{2502A45A-2B10-4E2D-B3CF-DF8C43F6BC0A}" destId="{67FCEBE8-651B-4E39-BE9D-7B0C719CF233}" srcOrd="0" destOrd="0" parTransId="{0B2D2469-AC58-4C8C-852F-43B02C7F9CFA}" sibTransId="{CC94550A-28CD-4353-9389-CF2B5C94A843}"/>
    <dgm:cxn modelId="{113C4955-B18C-4DA0-AAC4-54D7F5162A70}" srcId="{2502A45A-2B10-4E2D-B3CF-DF8C43F6BC0A}" destId="{968564E3-DB65-46A1-9C97-1FD83EB7FEF4}" srcOrd="1" destOrd="0" parTransId="{8FCDC132-075B-42A8-AA8A-0961CDFBE28A}" sibTransId="{B99905E5-98D0-4F7B-B071-4940A45B63D3}"/>
    <dgm:cxn modelId="{DB35C38C-04FE-4B34-9A90-37D20DBBCBAD}" type="presOf" srcId="{C6D8A0A0-481C-4FB2-B49A-5816FC1DC7BD}" destId="{65895290-26F9-4AE8-9188-EACBD4BEB874}" srcOrd="0" destOrd="0" presId="urn:microsoft.com/office/officeart/2018/2/layout/IconLabelList"/>
    <dgm:cxn modelId="{1EB83B99-E730-4FF3-8958-060A38A1EA35}" srcId="{2502A45A-2B10-4E2D-B3CF-DF8C43F6BC0A}" destId="{C6D8A0A0-481C-4FB2-B49A-5816FC1DC7BD}" srcOrd="2" destOrd="0" parTransId="{42750608-5C26-4F1B-B8A7-27B0268C4017}" sibTransId="{F48E7866-0DF5-490F-9273-79F887588FB6}"/>
    <dgm:cxn modelId="{158922B9-48CD-4E9F-8C96-AAA9B98B8B49}" type="presOf" srcId="{67FCEBE8-651B-4E39-BE9D-7B0C719CF233}" destId="{BA00CE6A-07FB-4A58-AA2E-CE88C2376732}" srcOrd="0" destOrd="0" presId="urn:microsoft.com/office/officeart/2018/2/layout/IconLabelList"/>
    <dgm:cxn modelId="{154396F7-F158-49DC-9125-0FE19C4E366B}" type="presOf" srcId="{968564E3-DB65-46A1-9C97-1FD83EB7FEF4}" destId="{93874397-2EF2-4A2A-AA9E-1561314319F0}" srcOrd="0" destOrd="0" presId="urn:microsoft.com/office/officeart/2018/2/layout/IconLabelList"/>
    <dgm:cxn modelId="{C348B9FF-B149-482C-93FD-B6B3B71E1521}" type="presOf" srcId="{2502A45A-2B10-4E2D-B3CF-DF8C43F6BC0A}" destId="{CFB4196D-38D1-4B0D-A785-51DFE61DA40B}" srcOrd="0" destOrd="0" presId="urn:microsoft.com/office/officeart/2018/2/layout/IconLabelList"/>
    <dgm:cxn modelId="{6A0F6B55-42DF-459B-83CD-57E769869E11}" type="presParOf" srcId="{CFB4196D-38D1-4B0D-A785-51DFE61DA40B}" destId="{231BA910-B082-4C37-BD35-0345EFDF411F}" srcOrd="0" destOrd="0" presId="urn:microsoft.com/office/officeart/2018/2/layout/IconLabelList"/>
    <dgm:cxn modelId="{2B802D38-BF06-4B19-9B0B-2FEBD89BB3F3}" type="presParOf" srcId="{231BA910-B082-4C37-BD35-0345EFDF411F}" destId="{6906FB0A-EA80-4117-A02A-0DD1705AD2E7}" srcOrd="0" destOrd="0" presId="urn:microsoft.com/office/officeart/2018/2/layout/IconLabelList"/>
    <dgm:cxn modelId="{325570A2-4721-4163-9F3A-6E3699302F31}" type="presParOf" srcId="{231BA910-B082-4C37-BD35-0345EFDF411F}" destId="{E4B9C0B7-1CDE-4830-A533-8F289A16F23F}" srcOrd="1" destOrd="0" presId="urn:microsoft.com/office/officeart/2018/2/layout/IconLabelList"/>
    <dgm:cxn modelId="{C553BB0C-1829-45B1-9630-493D63AD9ED0}" type="presParOf" srcId="{231BA910-B082-4C37-BD35-0345EFDF411F}" destId="{BA00CE6A-07FB-4A58-AA2E-CE88C2376732}" srcOrd="2" destOrd="0" presId="urn:microsoft.com/office/officeart/2018/2/layout/IconLabelList"/>
    <dgm:cxn modelId="{479CDDFA-9669-47F1-A00C-ADB89BEC26CA}" type="presParOf" srcId="{CFB4196D-38D1-4B0D-A785-51DFE61DA40B}" destId="{55462124-6124-4155-BD6D-0368750DAE6D}" srcOrd="1" destOrd="0" presId="urn:microsoft.com/office/officeart/2018/2/layout/IconLabelList"/>
    <dgm:cxn modelId="{25330A71-576D-477D-AFC0-4007D67386C1}" type="presParOf" srcId="{CFB4196D-38D1-4B0D-A785-51DFE61DA40B}" destId="{221D82E6-0B98-41FE-BD5F-C9AE27839B33}" srcOrd="2" destOrd="0" presId="urn:microsoft.com/office/officeart/2018/2/layout/IconLabelList"/>
    <dgm:cxn modelId="{A35973BD-23E1-46BC-8F37-13E5373025D0}" type="presParOf" srcId="{221D82E6-0B98-41FE-BD5F-C9AE27839B33}" destId="{8FD37CD6-3228-43D5-8354-80EACFE5A1E7}" srcOrd="0" destOrd="0" presId="urn:microsoft.com/office/officeart/2018/2/layout/IconLabelList"/>
    <dgm:cxn modelId="{99C6D0B8-28A5-4414-B016-B4779A964CB2}" type="presParOf" srcId="{221D82E6-0B98-41FE-BD5F-C9AE27839B33}" destId="{3DD812E0-C26D-46EC-B42B-0DAE135A51AB}" srcOrd="1" destOrd="0" presId="urn:microsoft.com/office/officeart/2018/2/layout/IconLabelList"/>
    <dgm:cxn modelId="{76B0D518-A5EC-4C00-8418-9766C16D2D4F}" type="presParOf" srcId="{221D82E6-0B98-41FE-BD5F-C9AE27839B33}" destId="{93874397-2EF2-4A2A-AA9E-1561314319F0}" srcOrd="2" destOrd="0" presId="urn:microsoft.com/office/officeart/2018/2/layout/IconLabelList"/>
    <dgm:cxn modelId="{761435DA-9C54-47EB-AD70-52A5F8AF1152}" type="presParOf" srcId="{CFB4196D-38D1-4B0D-A785-51DFE61DA40B}" destId="{B16A0767-F2B2-4CEC-AC6A-961B7B0A3090}" srcOrd="3" destOrd="0" presId="urn:microsoft.com/office/officeart/2018/2/layout/IconLabelList"/>
    <dgm:cxn modelId="{A9A01824-AC3B-4847-A72F-9CBD7CED5E3F}" type="presParOf" srcId="{CFB4196D-38D1-4B0D-A785-51DFE61DA40B}" destId="{264726B1-94E4-4C4F-B470-FC84C0229DD6}" srcOrd="4" destOrd="0" presId="urn:microsoft.com/office/officeart/2018/2/layout/IconLabelList"/>
    <dgm:cxn modelId="{C57C3819-E56E-48A7-98E3-B8DA8F01F521}" type="presParOf" srcId="{264726B1-94E4-4C4F-B470-FC84C0229DD6}" destId="{F1E59138-D966-43EB-AE6A-53E703828552}" srcOrd="0" destOrd="0" presId="urn:microsoft.com/office/officeart/2018/2/layout/IconLabelList"/>
    <dgm:cxn modelId="{67B1EB6E-3A53-48BE-BDDA-C51F05B57368}" type="presParOf" srcId="{264726B1-94E4-4C4F-B470-FC84C0229DD6}" destId="{549F918A-A537-4095-AC9B-6CF87A33B942}" srcOrd="1" destOrd="0" presId="urn:microsoft.com/office/officeart/2018/2/layout/IconLabelList"/>
    <dgm:cxn modelId="{FB4FAEA1-69F5-47EE-A359-72F105124946}" type="presParOf" srcId="{264726B1-94E4-4C4F-B470-FC84C0229DD6}" destId="{65895290-26F9-4AE8-9188-EACBD4BEB874}" srcOrd="2" destOrd="0" presId="urn:microsoft.com/office/officeart/2018/2/layout/IconLabelList"/>
    <dgm:cxn modelId="{8B38F42E-0D16-4F88-8297-9E109A4D4D9C}" type="presParOf" srcId="{CFB4196D-38D1-4B0D-A785-51DFE61DA40B}" destId="{69577B88-4EFD-40EB-9DC1-BCA6650CD7A6}" srcOrd="5" destOrd="0" presId="urn:microsoft.com/office/officeart/2018/2/layout/IconLabelList"/>
    <dgm:cxn modelId="{136FB533-88CC-4508-918D-1D85D09D7079}" type="presParOf" srcId="{CFB4196D-38D1-4B0D-A785-51DFE61DA40B}" destId="{4EC823D4-807B-4368-95BD-3EB4DD4357C7}" srcOrd="6" destOrd="0" presId="urn:microsoft.com/office/officeart/2018/2/layout/IconLabelList"/>
    <dgm:cxn modelId="{C4830219-C3F3-4C84-A768-63471E8886CA}" type="presParOf" srcId="{4EC823D4-807B-4368-95BD-3EB4DD4357C7}" destId="{DC6C38D8-6336-43DF-BB92-9149CD33DC8D}" srcOrd="0" destOrd="0" presId="urn:microsoft.com/office/officeart/2018/2/layout/IconLabelList"/>
    <dgm:cxn modelId="{9894ABB4-EF43-4953-B34A-9E048424B358}" type="presParOf" srcId="{4EC823D4-807B-4368-95BD-3EB4DD4357C7}" destId="{7254CB11-6BC5-40F3-8B93-3A59B33A3196}" srcOrd="1" destOrd="0" presId="urn:microsoft.com/office/officeart/2018/2/layout/IconLabelList"/>
    <dgm:cxn modelId="{2A04FE96-F49E-4C85-8260-0CEFF17686F1}" type="presParOf" srcId="{4EC823D4-807B-4368-95BD-3EB4DD4357C7}" destId="{1E377C7B-88AD-42D3-9B9C-A9A8AF23D71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573364-2F49-433F-9973-47B23C236719}">
      <dsp:nvSpPr>
        <dsp:cNvPr id="0" name=""/>
        <dsp:cNvSpPr/>
      </dsp:nvSpPr>
      <dsp:spPr>
        <a:xfrm>
          <a:off x="790127" y="429684"/>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79618D-8506-43B5-878D-D389C4B82FC5}">
      <dsp:nvSpPr>
        <dsp:cNvPr id="0" name=""/>
        <dsp:cNvSpPr/>
      </dsp:nvSpPr>
      <dsp:spPr>
        <a:xfrm>
          <a:off x="295127" y="15375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Organizations often face challenges related to:</a:t>
          </a:r>
          <a:endParaRPr lang="en-US" sz="1100" kern="1200"/>
        </a:p>
      </dsp:txBody>
      <dsp:txXfrm>
        <a:off x="295127" y="1537595"/>
        <a:ext cx="1800000" cy="720000"/>
      </dsp:txXfrm>
    </dsp:sp>
    <dsp:sp modelId="{1EDF85E9-2B77-41B6-BB73-11E2EEC79602}">
      <dsp:nvSpPr>
        <dsp:cNvPr id="0" name=""/>
        <dsp:cNvSpPr/>
      </dsp:nvSpPr>
      <dsp:spPr>
        <a:xfrm>
          <a:off x="2905127" y="429684"/>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E748F4-C07A-4D87-BAC9-E0FE01A09509}">
      <dsp:nvSpPr>
        <dsp:cNvPr id="0" name=""/>
        <dsp:cNvSpPr/>
      </dsp:nvSpPr>
      <dsp:spPr>
        <a:xfrm>
          <a:off x="2410127" y="15375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High employee attrition without clear visibility into root causes</a:t>
          </a:r>
          <a:endParaRPr lang="en-US" sz="1100" kern="1200"/>
        </a:p>
      </dsp:txBody>
      <dsp:txXfrm>
        <a:off x="2410127" y="1537595"/>
        <a:ext cx="1800000" cy="720000"/>
      </dsp:txXfrm>
    </dsp:sp>
    <dsp:sp modelId="{5BC29821-BA97-4253-BA99-EA7DBCB87D80}">
      <dsp:nvSpPr>
        <dsp:cNvPr id="0" name=""/>
        <dsp:cNvSpPr/>
      </dsp:nvSpPr>
      <dsp:spPr>
        <a:xfrm>
          <a:off x="5020127" y="429684"/>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FD23BE-61F1-49C5-877F-E3F0045F27CD}">
      <dsp:nvSpPr>
        <dsp:cNvPr id="0" name=""/>
        <dsp:cNvSpPr/>
      </dsp:nvSpPr>
      <dsp:spPr>
        <a:xfrm>
          <a:off x="4525128" y="15375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Inconsistent performance and engagement across departments</a:t>
          </a:r>
          <a:endParaRPr lang="en-US" sz="1100" kern="1200"/>
        </a:p>
      </dsp:txBody>
      <dsp:txXfrm>
        <a:off x="4525128" y="1537595"/>
        <a:ext cx="1800000" cy="720000"/>
      </dsp:txXfrm>
    </dsp:sp>
    <dsp:sp modelId="{FFFE5E6F-7864-4D99-BC18-7D8A1F44A9DE}">
      <dsp:nvSpPr>
        <dsp:cNvPr id="0" name=""/>
        <dsp:cNvSpPr/>
      </dsp:nvSpPr>
      <dsp:spPr>
        <a:xfrm>
          <a:off x="790127" y="2707596"/>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290FE2-58B2-47D0-9F57-6193FF2F319B}">
      <dsp:nvSpPr>
        <dsp:cNvPr id="0" name=""/>
        <dsp:cNvSpPr/>
      </dsp:nvSpPr>
      <dsp:spPr>
        <a:xfrm>
          <a:off x="295127" y="3815507"/>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Difficulty identifying at‑risk employee groups early</a:t>
          </a:r>
          <a:endParaRPr lang="en-US" sz="1100" kern="1200"/>
        </a:p>
      </dsp:txBody>
      <dsp:txXfrm>
        <a:off x="295127" y="3815507"/>
        <a:ext cx="1800000" cy="720000"/>
      </dsp:txXfrm>
    </dsp:sp>
    <dsp:sp modelId="{B6504C01-015B-4937-8AF1-9F717651BAEC}">
      <dsp:nvSpPr>
        <dsp:cNvPr id="0" name=""/>
        <dsp:cNvSpPr/>
      </dsp:nvSpPr>
      <dsp:spPr>
        <a:xfrm>
          <a:off x="2905127" y="2707596"/>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F627EE-9045-4213-9C5D-BEA49D175A0D}">
      <dsp:nvSpPr>
        <dsp:cNvPr id="0" name=""/>
        <dsp:cNvSpPr/>
      </dsp:nvSpPr>
      <dsp:spPr>
        <a:xfrm>
          <a:off x="2410127" y="3815507"/>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Limited insight into whether hiring channels are producing high‑quality, long‑term employees</a:t>
          </a:r>
          <a:endParaRPr lang="en-US" sz="1100" kern="1200"/>
        </a:p>
      </dsp:txBody>
      <dsp:txXfrm>
        <a:off x="2410127" y="3815507"/>
        <a:ext cx="1800000" cy="720000"/>
      </dsp:txXfrm>
    </dsp:sp>
    <dsp:sp modelId="{03B09B08-0658-448D-A000-76F7E0A0215B}">
      <dsp:nvSpPr>
        <dsp:cNvPr id="0" name=""/>
        <dsp:cNvSpPr/>
      </dsp:nvSpPr>
      <dsp:spPr>
        <a:xfrm>
          <a:off x="5020127" y="2707595"/>
          <a:ext cx="810000" cy="81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481007-184D-450B-B706-AFF6813F9129}">
      <dsp:nvSpPr>
        <dsp:cNvPr id="0" name=""/>
        <dsp:cNvSpPr/>
      </dsp:nvSpPr>
      <dsp:spPr>
        <a:xfrm>
          <a:off x="4525128" y="3815507"/>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Without data‑driven insights, HR and leadership teams rely on assumptions rather than evidence‑based decisions.</a:t>
          </a:r>
          <a:endParaRPr lang="en-US" sz="1100" kern="1200"/>
        </a:p>
      </dsp:txBody>
      <dsp:txXfrm>
        <a:off x="4525128" y="3815507"/>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1D8B2-E147-483A-8138-6B29AF490031}">
      <dsp:nvSpPr>
        <dsp:cNvPr id="0" name=""/>
        <dsp:cNvSpPr/>
      </dsp:nvSpPr>
      <dsp:spPr>
        <a:xfrm>
          <a:off x="2969" y="758272"/>
          <a:ext cx="1607566" cy="225059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332" tIns="330200" rIns="125332" bIns="330200" numCol="1" spcCol="1270" anchor="t" anchorCtr="0">
          <a:noAutofit/>
        </a:bodyPr>
        <a:lstStyle/>
        <a:p>
          <a:pPr marL="0" lvl="0" indent="0" algn="l" defTabSz="488950">
            <a:lnSpc>
              <a:spcPct val="90000"/>
            </a:lnSpc>
            <a:spcBef>
              <a:spcPct val="0"/>
            </a:spcBef>
            <a:spcAft>
              <a:spcPct val="35000"/>
            </a:spcAft>
            <a:buNone/>
          </a:pPr>
          <a:r>
            <a:rPr lang="en-IN" sz="1100" kern="1200"/>
            <a:t>Analyze employee attrition trends and identify high‑risk departments</a:t>
          </a:r>
          <a:endParaRPr lang="en-US" sz="1100" kern="1200"/>
        </a:p>
      </dsp:txBody>
      <dsp:txXfrm>
        <a:off x="2969" y="1613497"/>
        <a:ext cx="1607566" cy="1350356"/>
      </dsp:txXfrm>
    </dsp:sp>
    <dsp:sp modelId="{76565DBF-C7A8-4B55-81ED-D7A1AB30C2A9}">
      <dsp:nvSpPr>
        <dsp:cNvPr id="0" name=""/>
        <dsp:cNvSpPr/>
      </dsp:nvSpPr>
      <dsp:spPr>
        <a:xfrm>
          <a:off x="469163" y="983331"/>
          <a:ext cx="675178" cy="675178"/>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640" tIns="12700" rIns="52640" bIns="12700" numCol="1" spcCol="1270" anchor="ctr" anchorCtr="0">
          <a:noAutofit/>
        </a:bodyPr>
        <a:lstStyle/>
        <a:p>
          <a:pPr marL="0" lvl="0" indent="0" algn="ctr" defTabSz="1422400">
            <a:lnSpc>
              <a:spcPct val="90000"/>
            </a:lnSpc>
            <a:spcBef>
              <a:spcPct val="0"/>
            </a:spcBef>
            <a:spcAft>
              <a:spcPct val="35000"/>
            </a:spcAft>
            <a:buNone/>
          </a:pPr>
          <a:r>
            <a:rPr lang="en-US" sz="3200" kern="1200"/>
            <a:t>1</a:t>
          </a:r>
        </a:p>
      </dsp:txBody>
      <dsp:txXfrm>
        <a:off x="568041" y="1082209"/>
        <a:ext cx="477422" cy="477422"/>
      </dsp:txXfrm>
    </dsp:sp>
    <dsp:sp modelId="{5B1BC3A2-83B5-4E7A-905F-667D86FC1B9F}">
      <dsp:nvSpPr>
        <dsp:cNvPr id="0" name=""/>
        <dsp:cNvSpPr/>
      </dsp:nvSpPr>
      <dsp:spPr>
        <a:xfrm>
          <a:off x="2969" y="3008793"/>
          <a:ext cx="1607566" cy="72"/>
        </a:xfrm>
        <a:prstGeom prst="rect">
          <a:avLst/>
        </a:prstGeom>
        <a:solidFill>
          <a:schemeClr val="accent2">
            <a:hueOff val="-1152112"/>
            <a:satOff val="-2268"/>
            <a:lumOff val="1416"/>
            <a:alphaOff val="0"/>
          </a:schemeClr>
        </a:solidFill>
        <a:ln w="19050" cap="flat" cmpd="sng" algn="ctr">
          <a:solidFill>
            <a:schemeClr val="accent2">
              <a:hueOff val="-1152112"/>
              <a:satOff val="-2268"/>
              <a:lumOff val="141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A1860-7502-41C5-BFCE-77E906707567}">
      <dsp:nvSpPr>
        <dsp:cNvPr id="0" name=""/>
        <dsp:cNvSpPr/>
      </dsp:nvSpPr>
      <dsp:spPr>
        <a:xfrm>
          <a:off x="1771292" y="758272"/>
          <a:ext cx="1607566" cy="2250593"/>
        </a:xfrm>
        <a:prstGeom prst="rect">
          <a:avLst/>
        </a:prstGeom>
        <a:solidFill>
          <a:schemeClr val="accent2">
            <a:tint val="40000"/>
            <a:alpha val="90000"/>
            <a:hueOff val="-2761916"/>
            <a:satOff val="5979"/>
            <a:lumOff val="558"/>
            <a:alphaOff val="0"/>
          </a:schemeClr>
        </a:solidFill>
        <a:ln w="19050" cap="flat" cmpd="sng" algn="ctr">
          <a:solidFill>
            <a:schemeClr val="accent2">
              <a:tint val="40000"/>
              <a:alpha val="90000"/>
              <a:hueOff val="-2761916"/>
              <a:satOff val="5979"/>
              <a:lumOff val="5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332" tIns="330200" rIns="125332" bIns="330200" numCol="1" spcCol="1270" anchor="t" anchorCtr="0">
          <a:noAutofit/>
        </a:bodyPr>
        <a:lstStyle/>
        <a:p>
          <a:pPr marL="0" lvl="0" indent="0" algn="l" defTabSz="488950">
            <a:lnSpc>
              <a:spcPct val="90000"/>
            </a:lnSpc>
            <a:spcBef>
              <a:spcPct val="0"/>
            </a:spcBef>
            <a:spcAft>
              <a:spcPct val="35000"/>
            </a:spcAft>
            <a:buNone/>
          </a:pPr>
          <a:r>
            <a:rPr lang="en-IN" sz="1100" kern="1200"/>
            <a:t>Understand the relationship between engagement, satisfaction, performance, and attrition</a:t>
          </a:r>
          <a:endParaRPr lang="en-US" sz="1100" kern="1200"/>
        </a:p>
      </dsp:txBody>
      <dsp:txXfrm>
        <a:off x="1771292" y="1613497"/>
        <a:ext cx="1607566" cy="1350356"/>
      </dsp:txXfrm>
    </dsp:sp>
    <dsp:sp modelId="{86AB8F77-AE10-4398-A47C-B47F0D8E1EF1}">
      <dsp:nvSpPr>
        <dsp:cNvPr id="0" name=""/>
        <dsp:cNvSpPr/>
      </dsp:nvSpPr>
      <dsp:spPr>
        <a:xfrm>
          <a:off x="2237487" y="983331"/>
          <a:ext cx="675178" cy="675178"/>
        </a:xfrm>
        <a:prstGeom prst="ellipse">
          <a:avLst/>
        </a:prstGeom>
        <a:solidFill>
          <a:schemeClr val="accent2">
            <a:hueOff val="-2304224"/>
            <a:satOff val="-4535"/>
            <a:lumOff val="2832"/>
            <a:alphaOff val="0"/>
          </a:schemeClr>
        </a:solidFill>
        <a:ln w="19050" cap="flat" cmpd="sng" algn="ctr">
          <a:solidFill>
            <a:schemeClr val="accent2">
              <a:hueOff val="-2304224"/>
              <a:satOff val="-4535"/>
              <a:lumOff val="28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640" tIns="12700" rIns="52640" bIns="12700" numCol="1" spcCol="1270" anchor="ctr" anchorCtr="0">
          <a:noAutofit/>
        </a:bodyPr>
        <a:lstStyle/>
        <a:p>
          <a:pPr marL="0" lvl="0" indent="0" algn="ctr" defTabSz="1422400">
            <a:lnSpc>
              <a:spcPct val="90000"/>
            </a:lnSpc>
            <a:spcBef>
              <a:spcPct val="0"/>
            </a:spcBef>
            <a:spcAft>
              <a:spcPct val="35000"/>
            </a:spcAft>
            <a:buNone/>
          </a:pPr>
          <a:r>
            <a:rPr lang="en-US" sz="3200" kern="1200"/>
            <a:t>2</a:t>
          </a:r>
        </a:p>
      </dsp:txBody>
      <dsp:txXfrm>
        <a:off x="2336365" y="1082209"/>
        <a:ext cx="477422" cy="477422"/>
      </dsp:txXfrm>
    </dsp:sp>
    <dsp:sp modelId="{EB154450-10AB-4CFD-8C90-246FF6E9C16E}">
      <dsp:nvSpPr>
        <dsp:cNvPr id="0" name=""/>
        <dsp:cNvSpPr/>
      </dsp:nvSpPr>
      <dsp:spPr>
        <a:xfrm>
          <a:off x="1771292" y="3008793"/>
          <a:ext cx="1607566" cy="72"/>
        </a:xfrm>
        <a:prstGeom prst="rect">
          <a:avLst/>
        </a:prstGeom>
        <a:solidFill>
          <a:schemeClr val="accent2">
            <a:hueOff val="-3456336"/>
            <a:satOff val="-6803"/>
            <a:lumOff val="4248"/>
            <a:alphaOff val="0"/>
          </a:schemeClr>
        </a:solidFill>
        <a:ln w="19050" cap="flat" cmpd="sng" algn="ctr">
          <a:solidFill>
            <a:schemeClr val="accent2">
              <a:hueOff val="-3456336"/>
              <a:satOff val="-6803"/>
              <a:lumOff val="42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F8ABCC-D41E-4AE3-BA13-998B28650691}">
      <dsp:nvSpPr>
        <dsp:cNvPr id="0" name=""/>
        <dsp:cNvSpPr/>
      </dsp:nvSpPr>
      <dsp:spPr>
        <a:xfrm>
          <a:off x="3539616" y="758272"/>
          <a:ext cx="1607566" cy="2250593"/>
        </a:xfrm>
        <a:prstGeom prst="rect">
          <a:avLst/>
        </a:prstGeom>
        <a:solidFill>
          <a:schemeClr val="accent2">
            <a:tint val="40000"/>
            <a:alpha val="90000"/>
            <a:hueOff val="-5523831"/>
            <a:satOff val="11959"/>
            <a:lumOff val="1116"/>
            <a:alphaOff val="0"/>
          </a:schemeClr>
        </a:solidFill>
        <a:ln w="19050" cap="flat" cmpd="sng" algn="ctr">
          <a:solidFill>
            <a:schemeClr val="accent2">
              <a:tint val="40000"/>
              <a:alpha val="90000"/>
              <a:hueOff val="-5523831"/>
              <a:satOff val="11959"/>
              <a:lumOff val="111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332" tIns="330200" rIns="125332" bIns="330200" numCol="1" spcCol="1270" anchor="t" anchorCtr="0">
          <a:noAutofit/>
        </a:bodyPr>
        <a:lstStyle/>
        <a:p>
          <a:pPr marL="0" lvl="0" indent="0" algn="l" defTabSz="488950">
            <a:lnSpc>
              <a:spcPct val="90000"/>
            </a:lnSpc>
            <a:spcBef>
              <a:spcPct val="0"/>
            </a:spcBef>
            <a:spcAft>
              <a:spcPct val="35000"/>
            </a:spcAft>
            <a:buNone/>
          </a:pPr>
          <a:r>
            <a:rPr lang="en-IN" sz="1100" kern="1200"/>
            <a:t>Evaluate workforce composition and diversity</a:t>
          </a:r>
          <a:endParaRPr lang="en-US" sz="1100" kern="1200"/>
        </a:p>
      </dsp:txBody>
      <dsp:txXfrm>
        <a:off x="3539616" y="1613497"/>
        <a:ext cx="1607566" cy="1350356"/>
      </dsp:txXfrm>
    </dsp:sp>
    <dsp:sp modelId="{0CF05091-39B1-4FFE-92FF-242D872AC4A8}">
      <dsp:nvSpPr>
        <dsp:cNvPr id="0" name=""/>
        <dsp:cNvSpPr/>
      </dsp:nvSpPr>
      <dsp:spPr>
        <a:xfrm>
          <a:off x="4005810" y="983331"/>
          <a:ext cx="675178" cy="675178"/>
        </a:xfrm>
        <a:prstGeom prst="ellipse">
          <a:avLst/>
        </a:prstGeom>
        <a:solidFill>
          <a:schemeClr val="accent2">
            <a:hueOff val="-4608448"/>
            <a:satOff val="-9070"/>
            <a:lumOff val="5664"/>
            <a:alphaOff val="0"/>
          </a:schemeClr>
        </a:solidFill>
        <a:ln w="19050" cap="flat" cmpd="sng" algn="ctr">
          <a:solidFill>
            <a:schemeClr val="accent2">
              <a:hueOff val="-4608448"/>
              <a:satOff val="-9070"/>
              <a:lumOff val="566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640" tIns="12700" rIns="52640" bIns="12700" numCol="1" spcCol="1270" anchor="ctr" anchorCtr="0">
          <a:noAutofit/>
        </a:bodyPr>
        <a:lstStyle/>
        <a:p>
          <a:pPr marL="0" lvl="0" indent="0" algn="ctr" defTabSz="1422400">
            <a:lnSpc>
              <a:spcPct val="90000"/>
            </a:lnSpc>
            <a:spcBef>
              <a:spcPct val="0"/>
            </a:spcBef>
            <a:spcAft>
              <a:spcPct val="35000"/>
            </a:spcAft>
            <a:buNone/>
          </a:pPr>
          <a:r>
            <a:rPr lang="en-US" sz="3200" kern="1200"/>
            <a:t>3</a:t>
          </a:r>
        </a:p>
      </dsp:txBody>
      <dsp:txXfrm>
        <a:off x="4104688" y="1082209"/>
        <a:ext cx="477422" cy="477422"/>
      </dsp:txXfrm>
    </dsp:sp>
    <dsp:sp modelId="{12ED27E6-CFCC-49FF-8CFE-1815387DC13B}">
      <dsp:nvSpPr>
        <dsp:cNvPr id="0" name=""/>
        <dsp:cNvSpPr/>
      </dsp:nvSpPr>
      <dsp:spPr>
        <a:xfrm>
          <a:off x="3539616" y="3008793"/>
          <a:ext cx="1607566" cy="72"/>
        </a:xfrm>
        <a:prstGeom prst="rect">
          <a:avLst/>
        </a:prstGeom>
        <a:solidFill>
          <a:schemeClr val="accent2">
            <a:hueOff val="-5760560"/>
            <a:satOff val="-11338"/>
            <a:lumOff val="7081"/>
            <a:alphaOff val="0"/>
          </a:schemeClr>
        </a:solidFill>
        <a:ln w="19050" cap="flat" cmpd="sng" algn="ctr">
          <a:solidFill>
            <a:schemeClr val="accent2">
              <a:hueOff val="-5760560"/>
              <a:satOff val="-11338"/>
              <a:lumOff val="70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7D1A24-859F-4C95-9EDA-FCC4418FE904}">
      <dsp:nvSpPr>
        <dsp:cNvPr id="0" name=""/>
        <dsp:cNvSpPr/>
      </dsp:nvSpPr>
      <dsp:spPr>
        <a:xfrm>
          <a:off x="5307940" y="758272"/>
          <a:ext cx="1607566" cy="2250593"/>
        </a:xfrm>
        <a:prstGeom prst="rect">
          <a:avLst/>
        </a:prstGeom>
        <a:solidFill>
          <a:schemeClr val="accent2">
            <a:tint val="40000"/>
            <a:alpha val="90000"/>
            <a:hueOff val="-8285747"/>
            <a:satOff val="17938"/>
            <a:lumOff val="1674"/>
            <a:alphaOff val="0"/>
          </a:schemeClr>
        </a:solidFill>
        <a:ln w="19050" cap="flat" cmpd="sng" algn="ctr">
          <a:solidFill>
            <a:schemeClr val="accent2">
              <a:tint val="40000"/>
              <a:alpha val="90000"/>
              <a:hueOff val="-8285747"/>
              <a:satOff val="17938"/>
              <a:lumOff val="16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332" tIns="330200" rIns="125332" bIns="330200" numCol="1" spcCol="1270" anchor="t" anchorCtr="0">
          <a:noAutofit/>
        </a:bodyPr>
        <a:lstStyle/>
        <a:p>
          <a:pPr marL="0" lvl="0" indent="0" algn="l" defTabSz="488950">
            <a:lnSpc>
              <a:spcPct val="90000"/>
            </a:lnSpc>
            <a:spcBef>
              <a:spcPct val="0"/>
            </a:spcBef>
            <a:spcAft>
              <a:spcPct val="35000"/>
            </a:spcAft>
            <a:buNone/>
          </a:pPr>
          <a:r>
            <a:rPr lang="en-IN" sz="1100" kern="1200"/>
            <a:t>Assess the effectiveness of recruitment sources</a:t>
          </a:r>
          <a:endParaRPr lang="en-US" sz="1100" kern="1200"/>
        </a:p>
      </dsp:txBody>
      <dsp:txXfrm>
        <a:off x="5307940" y="1613497"/>
        <a:ext cx="1607566" cy="1350356"/>
      </dsp:txXfrm>
    </dsp:sp>
    <dsp:sp modelId="{A14EFC6E-9CA8-410E-A82C-83231014181F}">
      <dsp:nvSpPr>
        <dsp:cNvPr id="0" name=""/>
        <dsp:cNvSpPr/>
      </dsp:nvSpPr>
      <dsp:spPr>
        <a:xfrm>
          <a:off x="5774134" y="983331"/>
          <a:ext cx="675178" cy="675178"/>
        </a:xfrm>
        <a:prstGeom prst="ellipse">
          <a:avLst/>
        </a:prstGeom>
        <a:solidFill>
          <a:schemeClr val="accent2">
            <a:hueOff val="-6912672"/>
            <a:satOff val="-13605"/>
            <a:lumOff val="8497"/>
            <a:alphaOff val="0"/>
          </a:schemeClr>
        </a:solidFill>
        <a:ln w="19050" cap="flat" cmpd="sng" algn="ctr">
          <a:solidFill>
            <a:schemeClr val="accent2">
              <a:hueOff val="-6912672"/>
              <a:satOff val="-13605"/>
              <a:lumOff val="84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640" tIns="12700" rIns="52640" bIns="12700" numCol="1" spcCol="1270" anchor="ctr" anchorCtr="0">
          <a:noAutofit/>
        </a:bodyPr>
        <a:lstStyle/>
        <a:p>
          <a:pPr marL="0" lvl="0" indent="0" algn="ctr" defTabSz="1422400">
            <a:lnSpc>
              <a:spcPct val="90000"/>
            </a:lnSpc>
            <a:spcBef>
              <a:spcPct val="0"/>
            </a:spcBef>
            <a:spcAft>
              <a:spcPct val="35000"/>
            </a:spcAft>
            <a:buNone/>
          </a:pPr>
          <a:r>
            <a:rPr lang="en-US" sz="3200" kern="1200"/>
            <a:t>4</a:t>
          </a:r>
        </a:p>
      </dsp:txBody>
      <dsp:txXfrm>
        <a:off x="5873012" y="1082209"/>
        <a:ext cx="477422" cy="477422"/>
      </dsp:txXfrm>
    </dsp:sp>
    <dsp:sp modelId="{88CB74C3-8336-4EB1-8A82-B2CF3C531CFC}">
      <dsp:nvSpPr>
        <dsp:cNvPr id="0" name=""/>
        <dsp:cNvSpPr/>
      </dsp:nvSpPr>
      <dsp:spPr>
        <a:xfrm>
          <a:off x="5307940" y="3008793"/>
          <a:ext cx="1607566" cy="72"/>
        </a:xfrm>
        <a:prstGeom prst="rect">
          <a:avLst/>
        </a:prstGeom>
        <a:solidFill>
          <a:schemeClr val="accent2">
            <a:hueOff val="-8064783"/>
            <a:satOff val="-15873"/>
            <a:lumOff val="9913"/>
            <a:alphaOff val="0"/>
          </a:schemeClr>
        </a:solidFill>
        <a:ln w="19050" cap="flat" cmpd="sng" algn="ctr">
          <a:solidFill>
            <a:schemeClr val="accent2">
              <a:hueOff val="-8064783"/>
              <a:satOff val="-15873"/>
              <a:lumOff val="99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8E04BF-69E0-4434-83B8-825E1C8A9381}">
      <dsp:nvSpPr>
        <dsp:cNvPr id="0" name=""/>
        <dsp:cNvSpPr/>
      </dsp:nvSpPr>
      <dsp:spPr>
        <a:xfrm>
          <a:off x="7076263" y="758272"/>
          <a:ext cx="1607566" cy="2250593"/>
        </a:xfrm>
        <a:prstGeom prst="rect">
          <a:avLst/>
        </a:prstGeom>
        <a:solidFill>
          <a:schemeClr val="accent2">
            <a:tint val="40000"/>
            <a:alpha val="90000"/>
            <a:hueOff val="-11047662"/>
            <a:satOff val="23918"/>
            <a:lumOff val="2232"/>
            <a:alphaOff val="0"/>
          </a:schemeClr>
        </a:solidFill>
        <a:ln w="19050" cap="flat" cmpd="sng" algn="ctr">
          <a:solidFill>
            <a:schemeClr val="accent2">
              <a:tint val="40000"/>
              <a:alpha val="90000"/>
              <a:hueOff val="-11047662"/>
              <a:satOff val="23918"/>
              <a:lumOff val="223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332" tIns="330200" rIns="125332" bIns="330200" numCol="1" spcCol="1270" anchor="t" anchorCtr="0">
          <a:noAutofit/>
        </a:bodyPr>
        <a:lstStyle/>
        <a:p>
          <a:pPr marL="0" lvl="0" indent="0" algn="l" defTabSz="488950">
            <a:lnSpc>
              <a:spcPct val="90000"/>
            </a:lnSpc>
            <a:spcBef>
              <a:spcPct val="0"/>
            </a:spcBef>
            <a:spcAft>
              <a:spcPct val="35000"/>
            </a:spcAft>
            <a:buNone/>
          </a:pPr>
          <a:r>
            <a:rPr lang="en-IN" sz="1100" kern="1200"/>
            <a:t>Deliver clear, executive‑friendly dashboards for decision‑making</a:t>
          </a:r>
          <a:endParaRPr lang="en-US" sz="1100" kern="1200"/>
        </a:p>
      </dsp:txBody>
      <dsp:txXfrm>
        <a:off x="7076263" y="1613497"/>
        <a:ext cx="1607566" cy="1350356"/>
      </dsp:txXfrm>
    </dsp:sp>
    <dsp:sp modelId="{1E29544E-B57B-4BFC-B98C-7DC5836D02CB}">
      <dsp:nvSpPr>
        <dsp:cNvPr id="0" name=""/>
        <dsp:cNvSpPr/>
      </dsp:nvSpPr>
      <dsp:spPr>
        <a:xfrm>
          <a:off x="7542458" y="983331"/>
          <a:ext cx="675178" cy="675178"/>
        </a:xfrm>
        <a:prstGeom prst="ellipse">
          <a:avLst/>
        </a:prstGeom>
        <a:solidFill>
          <a:schemeClr val="accent2">
            <a:hueOff val="-9216896"/>
            <a:satOff val="-18140"/>
            <a:lumOff val="11329"/>
            <a:alphaOff val="0"/>
          </a:schemeClr>
        </a:solidFill>
        <a:ln w="19050" cap="flat" cmpd="sng" algn="ctr">
          <a:solidFill>
            <a:schemeClr val="accent2">
              <a:hueOff val="-9216896"/>
              <a:satOff val="-18140"/>
              <a:lumOff val="113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640" tIns="12700" rIns="52640" bIns="12700" numCol="1" spcCol="1270" anchor="ctr" anchorCtr="0">
          <a:noAutofit/>
        </a:bodyPr>
        <a:lstStyle/>
        <a:p>
          <a:pPr marL="0" lvl="0" indent="0" algn="ctr" defTabSz="1422400">
            <a:lnSpc>
              <a:spcPct val="90000"/>
            </a:lnSpc>
            <a:spcBef>
              <a:spcPct val="0"/>
            </a:spcBef>
            <a:spcAft>
              <a:spcPct val="35000"/>
            </a:spcAft>
            <a:buNone/>
          </a:pPr>
          <a:r>
            <a:rPr lang="en-US" sz="3200" kern="1200"/>
            <a:t>5</a:t>
          </a:r>
        </a:p>
      </dsp:txBody>
      <dsp:txXfrm>
        <a:off x="7641336" y="1082209"/>
        <a:ext cx="477422" cy="477422"/>
      </dsp:txXfrm>
    </dsp:sp>
    <dsp:sp modelId="{D800E33C-F3FB-40A1-BADD-CD5AF4215C0E}">
      <dsp:nvSpPr>
        <dsp:cNvPr id="0" name=""/>
        <dsp:cNvSpPr/>
      </dsp:nvSpPr>
      <dsp:spPr>
        <a:xfrm>
          <a:off x="7076263" y="3008793"/>
          <a:ext cx="1607566" cy="72"/>
        </a:xfrm>
        <a:prstGeom prst="rect">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951F1-2133-47FE-8E5E-BC2FF0CC0554}">
      <dsp:nvSpPr>
        <dsp:cNvPr id="0" name=""/>
        <dsp:cNvSpPr/>
      </dsp:nvSpPr>
      <dsp:spPr>
        <a:xfrm>
          <a:off x="0" y="1987"/>
          <a:ext cx="73060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48F9BD-FA93-4322-9317-CD476F7C1AFD}">
      <dsp:nvSpPr>
        <dsp:cNvPr id="0" name=""/>
        <dsp:cNvSpPr/>
      </dsp:nvSpPr>
      <dsp:spPr>
        <a:xfrm>
          <a:off x="0" y="1987"/>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3.1 Data Description</a:t>
          </a:r>
          <a:endParaRPr lang="en-US" sz="1300" kern="1200"/>
        </a:p>
      </dsp:txBody>
      <dsp:txXfrm>
        <a:off x="0" y="1987"/>
        <a:ext cx="7306056" cy="294525"/>
      </dsp:txXfrm>
    </dsp:sp>
    <dsp:sp modelId="{C807B2A7-2E7F-4E80-B463-69B52B1EE95E}">
      <dsp:nvSpPr>
        <dsp:cNvPr id="0" name=""/>
        <dsp:cNvSpPr/>
      </dsp:nvSpPr>
      <dsp:spPr>
        <a:xfrm>
          <a:off x="0" y="296513"/>
          <a:ext cx="7306056" cy="0"/>
        </a:xfrm>
        <a:prstGeom prst="line">
          <a:avLst/>
        </a:prstGeom>
        <a:solidFill>
          <a:schemeClr val="accent2">
            <a:hueOff val="-648063"/>
            <a:satOff val="-1275"/>
            <a:lumOff val="797"/>
            <a:alphaOff val="0"/>
          </a:schemeClr>
        </a:solidFill>
        <a:ln w="19050" cap="flat" cmpd="sng" algn="ctr">
          <a:solidFill>
            <a:schemeClr val="accent2">
              <a:hueOff val="-648063"/>
              <a:satOff val="-1275"/>
              <a:lumOff val="7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7E0361-C33A-44BD-A13E-0497CF8CBE54}">
      <dsp:nvSpPr>
        <dsp:cNvPr id="0" name=""/>
        <dsp:cNvSpPr/>
      </dsp:nvSpPr>
      <dsp:spPr>
        <a:xfrm>
          <a:off x="0" y="296513"/>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The dataset represents HR employee‑level data including:</a:t>
          </a:r>
          <a:endParaRPr lang="en-US" sz="1300" kern="1200"/>
        </a:p>
      </dsp:txBody>
      <dsp:txXfrm>
        <a:off x="0" y="296513"/>
        <a:ext cx="7306056" cy="294525"/>
      </dsp:txXfrm>
    </dsp:sp>
    <dsp:sp modelId="{67603C92-F660-42D1-AF4F-166F70DCEB7E}">
      <dsp:nvSpPr>
        <dsp:cNvPr id="0" name=""/>
        <dsp:cNvSpPr/>
      </dsp:nvSpPr>
      <dsp:spPr>
        <a:xfrm>
          <a:off x="0" y="591039"/>
          <a:ext cx="7306056" cy="0"/>
        </a:xfrm>
        <a:prstGeom prst="line">
          <a:avLst/>
        </a:prstGeom>
        <a:solidFill>
          <a:schemeClr val="accent2">
            <a:hueOff val="-1296126"/>
            <a:satOff val="-2551"/>
            <a:lumOff val="1593"/>
            <a:alphaOff val="0"/>
          </a:schemeClr>
        </a:solidFill>
        <a:ln w="19050" cap="flat" cmpd="sng" algn="ctr">
          <a:solidFill>
            <a:schemeClr val="accent2">
              <a:hueOff val="-1296126"/>
              <a:satOff val="-2551"/>
              <a:lumOff val="15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84A80E-0634-4A9F-B7DE-C578A3A89962}">
      <dsp:nvSpPr>
        <dsp:cNvPr id="0" name=""/>
        <dsp:cNvSpPr/>
      </dsp:nvSpPr>
      <dsp:spPr>
        <a:xfrm>
          <a:off x="0" y="591039"/>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Employee demographics (gender, age, race, location)</a:t>
          </a:r>
          <a:endParaRPr lang="en-US" sz="1300" kern="1200"/>
        </a:p>
      </dsp:txBody>
      <dsp:txXfrm>
        <a:off x="0" y="591039"/>
        <a:ext cx="7306056" cy="294525"/>
      </dsp:txXfrm>
    </dsp:sp>
    <dsp:sp modelId="{A6753153-B65A-4380-B988-B5A2910E888C}">
      <dsp:nvSpPr>
        <dsp:cNvPr id="0" name=""/>
        <dsp:cNvSpPr/>
      </dsp:nvSpPr>
      <dsp:spPr>
        <a:xfrm>
          <a:off x="0" y="885564"/>
          <a:ext cx="7306056" cy="0"/>
        </a:xfrm>
        <a:prstGeom prst="line">
          <a:avLst/>
        </a:prstGeom>
        <a:solidFill>
          <a:schemeClr val="accent2">
            <a:hueOff val="-1944189"/>
            <a:satOff val="-3826"/>
            <a:lumOff val="2390"/>
            <a:alphaOff val="0"/>
          </a:schemeClr>
        </a:solidFill>
        <a:ln w="19050" cap="flat" cmpd="sng" algn="ctr">
          <a:solidFill>
            <a:schemeClr val="accent2">
              <a:hueOff val="-1944189"/>
              <a:satOff val="-3826"/>
              <a:lumOff val="23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0A964B-B337-4EBE-9175-3BD426B51C4D}">
      <dsp:nvSpPr>
        <dsp:cNvPr id="0" name=""/>
        <dsp:cNvSpPr/>
      </dsp:nvSpPr>
      <dsp:spPr>
        <a:xfrm>
          <a:off x="0" y="885564"/>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Employment details (department, position, manager, employment status)</a:t>
          </a:r>
          <a:endParaRPr lang="en-US" sz="1300" kern="1200"/>
        </a:p>
      </dsp:txBody>
      <dsp:txXfrm>
        <a:off x="0" y="885564"/>
        <a:ext cx="7306056" cy="294525"/>
      </dsp:txXfrm>
    </dsp:sp>
    <dsp:sp modelId="{00599C48-CFA1-4A4D-B40D-8E972C549D94}">
      <dsp:nvSpPr>
        <dsp:cNvPr id="0" name=""/>
        <dsp:cNvSpPr/>
      </dsp:nvSpPr>
      <dsp:spPr>
        <a:xfrm>
          <a:off x="0" y="1180090"/>
          <a:ext cx="7306056" cy="0"/>
        </a:xfrm>
        <a:prstGeom prst="line">
          <a:avLst/>
        </a:prstGeom>
        <a:solidFill>
          <a:schemeClr val="accent2">
            <a:hueOff val="-2592252"/>
            <a:satOff val="-5102"/>
            <a:lumOff val="3186"/>
            <a:alphaOff val="0"/>
          </a:schemeClr>
        </a:solidFill>
        <a:ln w="19050" cap="flat" cmpd="sng" algn="ctr">
          <a:solidFill>
            <a:schemeClr val="accent2">
              <a:hueOff val="-2592252"/>
              <a:satOff val="-5102"/>
              <a:lumOff val="31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DBC5B6-B3B3-4157-83B8-B2B60DE8D071}">
      <dsp:nvSpPr>
        <dsp:cNvPr id="0" name=""/>
        <dsp:cNvSpPr/>
      </dsp:nvSpPr>
      <dsp:spPr>
        <a:xfrm>
          <a:off x="0" y="1180090"/>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Performance and engagement metrics</a:t>
          </a:r>
          <a:endParaRPr lang="en-US" sz="1300" kern="1200"/>
        </a:p>
      </dsp:txBody>
      <dsp:txXfrm>
        <a:off x="0" y="1180090"/>
        <a:ext cx="7306056" cy="294525"/>
      </dsp:txXfrm>
    </dsp:sp>
    <dsp:sp modelId="{A2FDF340-AF3D-4093-9F87-DCCA0C23ED0D}">
      <dsp:nvSpPr>
        <dsp:cNvPr id="0" name=""/>
        <dsp:cNvSpPr/>
      </dsp:nvSpPr>
      <dsp:spPr>
        <a:xfrm>
          <a:off x="0" y="1474616"/>
          <a:ext cx="7306056" cy="0"/>
        </a:xfrm>
        <a:prstGeom prst="line">
          <a:avLst/>
        </a:prstGeom>
        <a:solidFill>
          <a:schemeClr val="accent2">
            <a:hueOff val="-3240315"/>
            <a:satOff val="-6377"/>
            <a:lumOff val="3983"/>
            <a:alphaOff val="0"/>
          </a:schemeClr>
        </a:solidFill>
        <a:ln w="19050" cap="flat" cmpd="sng" algn="ctr">
          <a:solidFill>
            <a:schemeClr val="accent2">
              <a:hueOff val="-3240315"/>
              <a:satOff val="-6377"/>
              <a:lumOff val="39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24451D-24D5-4B7D-B59F-E3CF9FCC7405}">
      <dsp:nvSpPr>
        <dsp:cNvPr id="0" name=""/>
        <dsp:cNvSpPr/>
      </dsp:nvSpPr>
      <dsp:spPr>
        <a:xfrm>
          <a:off x="0" y="1474616"/>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Attrition and termination details</a:t>
          </a:r>
          <a:endParaRPr lang="en-US" sz="1300" kern="1200"/>
        </a:p>
      </dsp:txBody>
      <dsp:txXfrm>
        <a:off x="0" y="1474616"/>
        <a:ext cx="7306056" cy="294525"/>
      </dsp:txXfrm>
    </dsp:sp>
    <dsp:sp modelId="{592587EA-FB40-45CF-BC99-286A585466F5}">
      <dsp:nvSpPr>
        <dsp:cNvPr id="0" name=""/>
        <dsp:cNvSpPr/>
      </dsp:nvSpPr>
      <dsp:spPr>
        <a:xfrm>
          <a:off x="0" y="1769141"/>
          <a:ext cx="7306056" cy="0"/>
        </a:xfrm>
        <a:prstGeom prst="line">
          <a:avLst/>
        </a:prstGeom>
        <a:solidFill>
          <a:schemeClr val="accent2">
            <a:hueOff val="-3888378"/>
            <a:satOff val="-7653"/>
            <a:lumOff val="4779"/>
            <a:alphaOff val="0"/>
          </a:schemeClr>
        </a:solidFill>
        <a:ln w="19050" cap="flat" cmpd="sng" algn="ctr">
          <a:solidFill>
            <a:schemeClr val="accent2">
              <a:hueOff val="-3888378"/>
              <a:satOff val="-7653"/>
              <a:lumOff val="47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EE28D-539D-4623-8B12-B37E7E2DDF78}">
      <dsp:nvSpPr>
        <dsp:cNvPr id="0" name=""/>
        <dsp:cNvSpPr/>
      </dsp:nvSpPr>
      <dsp:spPr>
        <a:xfrm>
          <a:off x="0" y="1769141"/>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Recruitment source information</a:t>
          </a:r>
          <a:endParaRPr lang="en-US" sz="1300" kern="1200"/>
        </a:p>
      </dsp:txBody>
      <dsp:txXfrm>
        <a:off x="0" y="1769141"/>
        <a:ext cx="7306056" cy="294525"/>
      </dsp:txXfrm>
    </dsp:sp>
    <dsp:sp modelId="{386C4CC6-9A22-4385-82B2-85F8957EB245}">
      <dsp:nvSpPr>
        <dsp:cNvPr id="0" name=""/>
        <dsp:cNvSpPr/>
      </dsp:nvSpPr>
      <dsp:spPr>
        <a:xfrm>
          <a:off x="0" y="2063667"/>
          <a:ext cx="7306056" cy="0"/>
        </a:xfrm>
        <a:prstGeom prst="line">
          <a:avLst/>
        </a:prstGeom>
        <a:solidFill>
          <a:schemeClr val="accent2">
            <a:hueOff val="-4536441"/>
            <a:satOff val="-8928"/>
            <a:lumOff val="5576"/>
            <a:alphaOff val="0"/>
          </a:schemeClr>
        </a:solidFill>
        <a:ln w="19050" cap="flat" cmpd="sng" algn="ctr">
          <a:solidFill>
            <a:schemeClr val="accent2">
              <a:hueOff val="-4536441"/>
              <a:satOff val="-8928"/>
              <a:lumOff val="55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E35F70-7625-49D3-8C8F-F7498F2D6191}">
      <dsp:nvSpPr>
        <dsp:cNvPr id="0" name=""/>
        <dsp:cNvSpPr/>
      </dsp:nvSpPr>
      <dsp:spPr>
        <a:xfrm>
          <a:off x="0" y="2063667"/>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Each row represents one employee record.</a:t>
          </a:r>
          <a:endParaRPr lang="en-US" sz="1300" kern="1200"/>
        </a:p>
      </dsp:txBody>
      <dsp:txXfrm>
        <a:off x="0" y="2063667"/>
        <a:ext cx="7306056" cy="294525"/>
      </dsp:txXfrm>
    </dsp:sp>
    <dsp:sp modelId="{EEFB2A1A-6A2D-4AD6-BE8C-85610A37A463}">
      <dsp:nvSpPr>
        <dsp:cNvPr id="0" name=""/>
        <dsp:cNvSpPr/>
      </dsp:nvSpPr>
      <dsp:spPr>
        <a:xfrm>
          <a:off x="0" y="2358193"/>
          <a:ext cx="7306056" cy="0"/>
        </a:xfrm>
        <a:prstGeom prst="line">
          <a:avLst/>
        </a:prstGeom>
        <a:solidFill>
          <a:schemeClr val="accent2">
            <a:hueOff val="-5184504"/>
            <a:satOff val="-10204"/>
            <a:lumOff val="6372"/>
            <a:alphaOff val="0"/>
          </a:schemeClr>
        </a:solidFill>
        <a:ln w="19050" cap="flat" cmpd="sng" algn="ctr">
          <a:solidFill>
            <a:schemeClr val="accent2">
              <a:hueOff val="-5184504"/>
              <a:satOff val="-10204"/>
              <a:lumOff val="63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63C00-F92C-43F4-9415-46514D6206F6}">
      <dsp:nvSpPr>
        <dsp:cNvPr id="0" name=""/>
        <dsp:cNvSpPr/>
      </dsp:nvSpPr>
      <dsp:spPr>
        <a:xfrm>
          <a:off x="0" y="2358193"/>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3.2 Key Variables</a:t>
          </a:r>
          <a:endParaRPr lang="en-US" sz="1300" kern="1200"/>
        </a:p>
      </dsp:txBody>
      <dsp:txXfrm>
        <a:off x="0" y="2358193"/>
        <a:ext cx="7306056" cy="294525"/>
      </dsp:txXfrm>
    </dsp:sp>
    <dsp:sp modelId="{5E264E36-7861-473E-9FE0-AE3BCF94A446}">
      <dsp:nvSpPr>
        <dsp:cNvPr id="0" name=""/>
        <dsp:cNvSpPr/>
      </dsp:nvSpPr>
      <dsp:spPr>
        <a:xfrm>
          <a:off x="0" y="2652718"/>
          <a:ext cx="7306056" cy="0"/>
        </a:xfrm>
        <a:prstGeom prst="line">
          <a:avLst/>
        </a:prstGeom>
        <a:solidFill>
          <a:schemeClr val="accent2">
            <a:hueOff val="-5832567"/>
            <a:satOff val="-11479"/>
            <a:lumOff val="7169"/>
            <a:alphaOff val="0"/>
          </a:schemeClr>
        </a:solidFill>
        <a:ln w="19050" cap="flat" cmpd="sng" algn="ctr">
          <a:solidFill>
            <a:schemeClr val="accent2">
              <a:hueOff val="-5832567"/>
              <a:satOff val="-11479"/>
              <a:lumOff val="71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575238-83CC-440B-BE58-5290EBEA25E4}">
      <dsp:nvSpPr>
        <dsp:cNvPr id="0" name=""/>
        <dsp:cNvSpPr/>
      </dsp:nvSpPr>
      <dsp:spPr>
        <a:xfrm>
          <a:off x="0" y="2652718"/>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EmpID</a:t>
          </a:r>
          <a:r>
            <a:rPr lang="en-IN" sz="1300" kern="1200"/>
            <a:t> – Unique employee identifier</a:t>
          </a:r>
          <a:endParaRPr lang="en-US" sz="1300" kern="1200"/>
        </a:p>
      </dsp:txBody>
      <dsp:txXfrm>
        <a:off x="0" y="2652718"/>
        <a:ext cx="7306056" cy="294525"/>
      </dsp:txXfrm>
    </dsp:sp>
    <dsp:sp modelId="{3E22EBC6-2184-4D20-B618-11D46926C68A}">
      <dsp:nvSpPr>
        <dsp:cNvPr id="0" name=""/>
        <dsp:cNvSpPr/>
      </dsp:nvSpPr>
      <dsp:spPr>
        <a:xfrm>
          <a:off x="0" y="2947244"/>
          <a:ext cx="7306056" cy="0"/>
        </a:xfrm>
        <a:prstGeom prst="line">
          <a:avLst/>
        </a:prstGeom>
        <a:solidFill>
          <a:schemeClr val="accent2">
            <a:hueOff val="-6480629"/>
            <a:satOff val="-12755"/>
            <a:lumOff val="7966"/>
            <a:alphaOff val="0"/>
          </a:schemeClr>
        </a:solidFill>
        <a:ln w="19050" cap="flat" cmpd="sng" algn="ctr">
          <a:solidFill>
            <a:schemeClr val="accent2">
              <a:hueOff val="-6480629"/>
              <a:satOff val="-12755"/>
              <a:lumOff val="796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242F8D-0B96-4F93-B07E-1D376003AEB5}">
      <dsp:nvSpPr>
        <dsp:cNvPr id="0" name=""/>
        <dsp:cNvSpPr/>
      </dsp:nvSpPr>
      <dsp:spPr>
        <a:xfrm>
          <a:off x="0" y="2947244"/>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Department / Position / ManagerName</a:t>
          </a:r>
          <a:r>
            <a:rPr lang="en-IN" sz="1300" kern="1200"/>
            <a:t> – Organizational structure</a:t>
          </a:r>
          <a:endParaRPr lang="en-US" sz="1300" kern="1200"/>
        </a:p>
      </dsp:txBody>
      <dsp:txXfrm>
        <a:off x="0" y="2947244"/>
        <a:ext cx="7306056" cy="294525"/>
      </dsp:txXfrm>
    </dsp:sp>
    <dsp:sp modelId="{772E275C-22ED-45D4-9F83-CFE181AD7CB8}">
      <dsp:nvSpPr>
        <dsp:cNvPr id="0" name=""/>
        <dsp:cNvSpPr/>
      </dsp:nvSpPr>
      <dsp:spPr>
        <a:xfrm>
          <a:off x="0" y="3241770"/>
          <a:ext cx="7306056" cy="0"/>
        </a:xfrm>
        <a:prstGeom prst="line">
          <a:avLst/>
        </a:prstGeom>
        <a:solidFill>
          <a:schemeClr val="accent2">
            <a:hueOff val="-7128692"/>
            <a:satOff val="-14030"/>
            <a:lumOff val="8762"/>
            <a:alphaOff val="0"/>
          </a:schemeClr>
        </a:solidFill>
        <a:ln w="19050" cap="flat" cmpd="sng" algn="ctr">
          <a:solidFill>
            <a:schemeClr val="accent2">
              <a:hueOff val="-7128692"/>
              <a:satOff val="-14030"/>
              <a:lumOff val="87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141668-91A4-450F-8AB1-0D767F6AAAE2}">
      <dsp:nvSpPr>
        <dsp:cNvPr id="0" name=""/>
        <dsp:cNvSpPr/>
      </dsp:nvSpPr>
      <dsp:spPr>
        <a:xfrm>
          <a:off x="0" y="3241770"/>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Attrition</a:t>
          </a:r>
          <a:r>
            <a:rPr lang="en-IN" sz="1300" kern="1200"/>
            <a:t> – Employee status (0 = Active, 1 = Left)</a:t>
          </a:r>
          <a:endParaRPr lang="en-US" sz="1300" kern="1200"/>
        </a:p>
      </dsp:txBody>
      <dsp:txXfrm>
        <a:off x="0" y="3241770"/>
        <a:ext cx="7306056" cy="294525"/>
      </dsp:txXfrm>
    </dsp:sp>
    <dsp:sp modelId="{EB1D9F93-86DB-4176-A8AF-9ABEE15F8D32}">
      <dsp:nvSpPr>
        <dsp:cNvPr id="0" name=""/>
        <dsp:cNvSpPr/>
      </dsp:nvSpPr>
      <dsp:spPr>
        <a:xfrm>
          <a:off x="0" y="3536295"/>
          <a:ext cx="7306056" cy="0"/>
        </a:xfrm>
        <a:prstGeom prst="line">
          <a:avLst/>
        </a:prstGeom>
        <a:solidFill>
          <a:schemeClr val="accent2">
            <a:hueOff val="-7776756"/>
            <a:satOff val="-15306"/>
            <a:lumOff val="9559"/>
            <a:alphaOff val="0"/>
          </a:schemeClr>
        </a:solidFill>
        <a:ln w="19050" cap="flat" cmpd="sng" algn="ctr">
          <a:solidFill>
            <a:schemeClr val="accent2">
              <a:hueOff val="-7776756"/>
              <a:satOff val="-15306"/>
              <a:lumOff val="95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E6F375-648D-4E5A-8CEA-1D43207A1563}">
      <dsp:nvSpPr>
        <dsp:cNvPr id="0" name=""/>
        <dsp:cNvSpPr/>
      </dsp:nvSpPr>
      <dsp:spPr>
        <a:xfrm>
          <a:off x="0" y="3536295"/>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PerformanceScore</a:t>
          </a:r>
          <a:r>
            <a:rPr lang="en-IN" sz="1300" kern="1200"/>
            <a:t> – Employee performance rating</a:t>
          </a:r>
          <a:endParaRPr lang="en-US" sz="1300" kern="1200"/>
        </a:p>
      </dsp:txBody>
      <dsp:txXfrm>
        <a:off x="0" y="3536295"/>
        <a:ext cx="7306056" cy="294525"/>
      </dsp:txXfrm>
    </dsp:sp>
    <dsp:sp modelId="{7B3A650C-F78F-4678-B4CD-3E13A90BEEB0}">
      <dsp:nvSpPr>
        <dsp:cNvPr id="0" name=""/>
        <dsp:cNvSpPr/>
      </dsp:nvSpPr>
      <dsp:spPr>
        <a:xfrm>
          <a:off x="0" y="3830821"/>
          <a:ext cx="7306056" cy="0"/>
        </a:xfrm>
        <a:prstGeom prst="line">
          <a:avLst/>
        </a:prstGeom>
        <a:solidFill>
          <a:schemeClr val="accent2">
            <a:hueOff val="-8424818"/>
            <a:satOff val="-16581"/>
            <a:lumOff val="10355"/>
            <a:alphaOff val="0"/>
          </a:schemeClr>
        </a:solidFill>
        <a:ln w="19050" cap="flat" cmpd="sng" algn="ctr">
          <a:solidFill>
            <a:schemeClr val="accent2">
              <a:hueOff val="-8424818"/>
              <a:satOff val="-16581"/>
              <a:lumOff val="103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974A80-68E6-4ECE-8E92-94FB1E1CBBEC}">
      <dsp:nvSpPr>
        <dsp:cNvPr id="0" name=""/>
        <dsp:cNvSpPr/>
      </dsp:nvSpPr>
      <dsp:spPr>
        <a:xfrm>
          <a:off x="0" y="3830821"/>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EngagementSurvey / EmpSatisfaction</a:t>
          </a:r>
          <a:r>
            <a:rPr lang="en-IN" sz="1300" kern="1200"/>
            <a:t> – Engagement and satisfaction scores</a:t>
          </a:r>
          <a:endParaRPr lang="en-US" sz="1300" kern="1200"/>
        </a:p>
      </dsp:txBody>
      <dsp:txXfrm>
        <a:off x="0" y="3830821"/>
        <a:ext cx="7306056" cy="294525"/>
      </dsp:txXfrm>
    </dsp:sp>
    <dsp:sp modelId="{D76976C0-131A-4816-A973-57AD722165C3}">
      <dsp:nvSpPr>
        <dsp:cNvPr id="0" name=""/>
        <dsp:cNvSpPr/>
      </dsp:nvSpPr>
      <dsp:spPr>
        <a:xfrm>
          <a:off x="0" y="4125347"/>
          <a:ext cx="7306056" cy="0"/>
        </a:xfrm>
        <a:prstGeom prst="line">
          <a:avLst/>
        </a:prstGeom>
        <a:solidFill>
          <a:schemeClr val="accent2">
            <a:hueOff val="-9072881"/>
            <a:satOff val="-17857"/>
            <a:lumOff val="11152"/>
            <a:alphaOff val="0"/>
          </a:schemeClr>
        </a:solidFill>
        <a:ln w="19050" cap="flat" cmpd="sng" algn="ctr">
          <a:solidFill>
            <a:schemeClr val="accent2">
              <a:hueOff val="-9072881"/>
              <a:satOff val="-17857"/>
              <a:lumOff val="111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A897E-9FCA-42A8-815E-A73787DB302E}">
      <dsp:nvSpPr>
        <dsp:cNvPr id="0" name=""/>
        <dsp:cNvSpPr/>
      </dsp:nvSpPr>
      <dsp:spPr>
        <a:xfrm>
          <a:off x="0" y="4125347"/>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Absences</a:t>
          </a:r>
          <a:r>
            <a:rPr lang="en-IN" sz="1300" kern="1200"/>
            <a:t> – Attendance indicator</a:t>
          </a:r>
          <a:endParaRPr lang="en-US" sz="1300" kern="1200"/>
        </a:p>
      </dsp:txBody>
      <dsp:txXfrm>
        <a:off x="0" y="4125347"/>
        <a:ext cx="7306056" cy="294525"/>
      </dsp:txXfrm>
    </dsp:sp>
    <dsp:sp modelId="{D0E7AF64-FAD1-481D-A0C0-AAFFDD4BF628}">
      <dsp:nvSpPr>
        <dsp:cNvPr id="0" name=""/>
        <dsp:cNvSpPr/>
      </dsp:nvSpPr>
      <dsp:spPr>
        <a:xfrm>
          <a:off x="0" y="4419872"/>
          <a:ext cx="7306056" cy="0"/>
        </a:xfrm>
        <a:prstGeom prst="line">
          <a:avLst/>
        </a:prstGeom>
        <a:solidFill>
          <a:schemeClr val="accent2">
            <a:hueOff val="-9720944"/>
            <a:satOff val="-19132"/>
            <a:lumOff val="11948"/>
            <a:alphaOff val="0"/>
          </a:schemeClr>
        </a:solidFill>
        <a:ln w="19050" cap="flat" cmpd="sng" algn="ctr">
          <a:solidFill>
            <a:schemeClr val="accent2">
              <a:hueOff val="-9720944"/>
              <a:satOff val="-19132"/>
              <a:lumOff val="119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DDDE61-E933-423E-BA01-5B457C47C42D}">
      <dsp:nvSpPr>
        <dsp:cNvPr id="0" name=""/>
        <dsp:cNvSpPr/>
      </dsp:nvSpPr>
      <dsp:spPr>
        <a:xfrm>
          <a:off x="0" y="4419872"/>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RecruitmentSource</a:t>
          </a:r>
          <a:r>
            <a:rPr lang="en-IN" sz="1300" kern="1200"/>
            <a:t> – Hiring channel</a:t>
          </a:r>
          <a:endParaRPr lang="en-US" sz="1300" kern="1200"/>
        </a:p>
      </dsp:txBody>
      <dsp:txXfrm>
        <a:off x="0" y="4419872"/>
        <a:ext cx="7306056" cy="294525"/>
      </dsp:txXfrm>
    </dsp:sp>
    <dsp:sp modelId="{2B5F995E-2567-43E6-945F-9A65487F229D}">
      <dsp:nvSpPr>
        <dsp:cNvPr id="0" name=""/>
        <dsp:cNvSpPr/>
      </dsp:nvSpPr>
      <dsp:spPr>
        <a:xfrm>
          <a:off x="0" y="4714398"/>
          <a:ext cx="7306056"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E4D47-C2C8-4AFB-A9C5-30CB8BF31665}">
      <dsp:nvSpPr>
        <dsp:cNvPr id="0" name=""/>
        <dsp:cNvSpPr/>
      </dsp:nvSpPr>
      <dsp:spPr>
        <a:xfrm>
          <a:off x="0" y="4714398"/>
          <a:ext cx="7306056" cy="29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a:t>DOB, DateofHire, DateofTermination</a:t>
          </a:r>
          <a:r>
            <a:rPr lang="en-IN" sz="1300" kern="1200"/>
            <a:t> – Time‑based attributes</a:t>
          </a:r>
          <a:endParaRPr lang="en-US" sz="1300" kern="1200"/>
        </a:p>
      </dsp:txBody>
      <dsp:txXfrm>
        <a:off x="0" y="4714398"/>
        <a:ext cx="7306056" cy="2945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5C9C4-A1B8-40AD-85B9-F81DA9131AE9}">
      <dsp:nvSpPr>
        <dsp:cNvPr id="0" name=""/>
        <dsp:cNvSpPr/>
      </dsp:nvSpPr>
      <dsp:spPr>
        <a:xfrm>
          <a:off x="0" y="3914"/>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833C06-554C-4105-A4DD-AC41860C9053}">
      <dsp:nvSpPr>
        <dsp:cNvPr id="0" name=""/>
        <dsp:cNvSpPr/>
      </dsp:nvSpPr>
      <dsp:spPr>
        <a:xfrm>
          <a:off x="252238" y="191530"/>
          <a:ext cx="458615" cy="4586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BBAE90-3470-4EE8-8DDC-9846956F7D69}">
      <dsp:nvSpPr>
        <dsp:cNvPr id="0" name=""/>
        <dsp:cNvSpPr/>
      </dsp:nvSpPr>
      <dsp:spPr>
        <a:xfrm>
          <a:off x="963093" y="3914"/>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844550">
            <a:lnSpc>
              <a:spcPct val="90000"/>
            </a:lnSpc>
            <a:spcBef>
              <a:spcPct val="0"/>
            </a:spcBef>
            <a:spcAft>
              <a:spcPct val="35000"/>
            </a:spcAft>
            <a:buNone/>
          </a:pPr>
          <a:r>
            <a:rPr lang="en-IN" sz="1900" b="1" kern="1200"/>
            <a:t>4.1 Tools Used</a:t>
          </a:r>
          <a:endParaRPr lang="en-US" sz="1900" kern="1200"/>
        </a:p>
      </dsp:txBody>
      <dsp:txXfrm>
        <a:off x="963093" y="3914"/>
        <a:ext cx="6342962" cy="833847"/>
      </dsp:txXfrm>
    </dsp:sp>
    <dsp:sp modelId="{D684ACA1-F404-4B64-ACC4-A9B3FBD80C09}">
      <dsp:nvSpPr>
        <dsp:cNvPr id="0" name=""/>
        <dsp:cNvSpPr/>
      </dsp:nvSpPr>
      <dsp:spPr>
        <a:xfrm>
          <a:off x="0" y="1046223"/>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3DE67C-E68F-4A38-9CAB-2B8B1C764202}">
      <dsp:nvSpPr>
        <dsp:cNvPr id="0" name=""/>
        <dsp:cNvSpPr/>
      </dsp:nvSpPr>
      <dsp:spPr>
        <a:xfrm>
          <a:off x="252238" y="1233839"/>
          <a:ext cx="458615" cy="4586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0356C1-D188-4816-9E00-418C43428580}">
      <dsp:nvSpPr>
        <dsp:cNvPr id="0" name=""/>
        <dsp:cNvSpPr/>
      </dsp:nvSpPr>
      <dsp:spPr>
        <a:xfrm>
          <a:off x="963093" y="1046223"/>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844550">
            <a:lnSpc>
              <a:spcPct val="90000"/>
            </a:lnSpc>
            <a:spcBef>
              <a:spcPct val="0"/>
            </a:spcBef>
            <a:spcAft>
              <a:spcPct val="35000"/>
            </a:spcAft>
            <a:buNone/>
          </a:pPr>
          <a:r>
            <a:rPr lang="en-IN" sz="1900" b="1" kern="1200"/>
            <a:t>Python (Pandas, NumPy)</a:t>
          </a:r>
          <a:r>
            <a:rPr lang="en-IN" sz="1900" kern="1200"/>
            <a:t> – Data cleaning, feature engineering</a:t>
          </a:r>
          <a:endParaRPr lang="en-US" sz="1900" kern="1200"/>
        </a:p>
      </dsp:txBody>
      <dsp:txXfrm>
        <a:off x="963093" y="1046223"/>
        <a:ext cx="6342962" cy="833847"/>
      </dsp:txXfrm>
    </dsp:sp>
    <dsp:sp modelId="{44F085F9-5F3F-4995-9930-E359A93DE2F7}">
      <dsp:nvSpPr>
        <dsp:cNvPr id="0" name=""/>
        <dsp:cNvSpPr/>
      </dsp:nvSpPr>
      <dsp:spPr>
        <a:xfrm>
          <a:off x="0" y="2088532"/>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39E9F-0E5D-4A09-A232-9027C2190DF9}">
      <dsp:nvSpPr>
        <dsp:cNvPr id="0" name=""/>
        <dsp:cNvSpPr/>
      </dsp:nvSpPr>
      <dsp:spPr>
        <a:xfrm>
          <a:off x="252238" y="2276148"/>
          <a:ext cx="458615" cy="4586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5C364-8706-468F-BA71-20358DE47FA1}">
      <dsp:nvSpPr>
        <dsp:cNvPr id="0" name=""/>
        <dsp:cNvSpPr/>
      </dsp:nvSpPr>
      <dsp:spPr>
        <a:xfrm>
          <a:off x="963093" y="2088532"/>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844550">
            <a:lnSpc>
              <a:spcPct val="90000"/>
            </a:lnSpc>
            <a:spcBef>
              <a:spcPct val="0"/>
            </a:spcBef>
            <a:spcAft>
              <a:spcPct val="35000"/>
            </a:spcAft>
            <a:buNone/>
          </a:pPr>
          <a:r>
            <a:rPr lang="en-IN" sz="1900" b="1" kern="1200"/>
            <a:t>CSV</a:t>
          </a:r>
          <a:r>
            <a:rPr lang="en-IN" sz="1900" kern="1200"/>
            <a:t> – Data exchange format</a:t>
          </a:r>
          <a:endParaRPr lang="en-US" sz="1900" kern="1200"/>
        </a:p>
      </dsp:txBody>
      <dsp:txXfrm>
        <a:off x="963093" y="2088532"/>
        <a:ext cx="6342962" cy="833847"/>
      </dsp:txXfrm>
    </dsp:sp>
    <dsp:sp modelId="{D3DB7C0A-3C8B-4437-BE04-EB0948A08130}">
      <dsp:nvSpPr>
        <dsp:cNvPr id="0" name=""/>
        <dsp:cNvSpPr/>
      </dsp:nvSpPr>
      <dsp:spPr>
        <a:xfrm>
          <a:off x="0" y="3130841"/>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9BBFEE-DBFA-4AD1-8C2B-83E9BE03BF52}">
      <dsp:nvSpPr>
        <dsp:cNvPr id="0" name=""/>
        <dsp:cNvSpPr/>
      </dsp:nvSpPr>
      <dsp:spPr>
        <a:xfrm>
          <a:off x="252238" y="3318456"/>
          <a:ext cx="458615" cy="4586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FF32FF-5ED0-46DB-BA4A-3C644DA4834A}">
      <dsp:nvSpPr>
        <dsp:cNvPr id="0" name=""/>
        <dsp:cNvSpPr/>
      </dsp:nvSpPr>
      <dsp:spPr>
        <a:xfrm>
          <a:off x="963093" y="3130841"/>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844550">
            <a:lnSpc>
              <a:spcPct val="90000"/>
            </a:lnSpc>
            <a:spcBef>
              <a:spcPct val="0"/>
            </a:spcBef>
            <a:spcAft>
              <a:spcPct val="35000"/>
            </a:spcAft>
            <a:buNone/>
          </a:pPr>
          <a:r>
            <a:rPr lang="en-IN" sz="1900" b="1" kern="1200"/>
            <a:t>MySQL</a:t>
          </a:r>
          <a:r>
            <a:rPr lang="en-IN" sz="1900" kern="1200"/>
            <a:t> – Centralized data storage (single source of truth)</a:t>
          </a:r>
          <a:endParaRPr lang="en-US" sz="1900" kern="1200"/>
        </a:p>
      </dsp:txBody>
      <dsp:txXfrm>
        <a:off x="963093" y="3130841"/>
        <a:ext cx="6342962" cy="833847"/>
      </dsp:txXfrm>
    </dsp:sp>
    <dsp:sp modelId="{4D24CCDA-7A16-4E13-9D42-CD8D9DB39454}">
      <dsp:nvSpPr>
        <dsp:cNvPr id="0" name=""/>
        <dsp:cNvSpPr/>
      </dsp:nvSpPr>
      <dsp:spPr>
        <a:xfrm>
          <a:off x="0" y="4173150"/>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D91CD-2F62-4B50-9E5A-8E42AB56A1A4}">
      <dsp:nvSpPr>
        <dsp:cNvPr id="0" name=""/>
        <dsp:cNvSpPr/>
      </dsp:nvSpPr>
      <dsp:spPr>
        <a:xfrm>
          <a:off x="252238" y="4360765"/>
          <a:ext cx="458615" cy="4586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BE8221-F9EC-461B-B783-7DC181AD9D21}">
      <dsp:nvSpPr>
        <dsp:cNvPr id="0" name=""/>
        <dsp:cNvSpPr/>
      </dsp:nvSpPr>
      <dsp:spPr>
        <a:xfrm>
          <a:off x="963093" y="4173150"/>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844550">
            <a:lnSpc>
              <a:spcPct val="90000"/>
            </a:lnSpc>
            <a:spcBef>
              <a:spcPct val="0"/>
            </a:spcBef>
            <a:spcAft>
              <a:spcPct val="35000"/>
            </a:spcAft>
            <a:buNone/>
          </a:pPr>
          <a:r>
            <a:rPr lang="en-IN" sz="1900" b="1" kern="1200"/>
            <a:t>Power BI</a:t>
          </a:r>
          <a:r>
            <a:rPr lang="en-IN" sz="1900" kern="1200"/>
            <a:t> – Data modeling, visualization, and dashboarding</a:t>
          </a:r>
          <a:endParaRPr lang="en-US" sz="1900" kern="1200"/>
        </a:p>
      </dsp:txBody>
      <dsp:txXfrm>
        <a:off x="963093" y="4173150"/>
        <a:ext cx="6342962" cy="8338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0B220-0EFC-41D9-972C-E0D0D50B2675}">
      <dsp:nvSpPr>
        <dsp:cNvPr id="0" name=""/>
        <dsp:cNvSpPr/>
      </dsp:nvSpPr>
      <dsp:spPr>
        <a:xfrm>
          <a:off x="621791" y="0"/>
          <a:ext cx="5376672" cy="537667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F4C0EE-72D5-4BB2-82EC-83A0D59BDF96}">
      <dsp:nvSpPr>
        <dsp:cNvPr id="0" name=""/>
        <dsp:cNvSpPr/>
      </dsp:nvSpPr>
      <dsp:spPr>
        <a:xfrm>
          <a:off x="1132575" y="510783"/>
          <a:ext cx="2096902" cy="209690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5.1 Missing Value Analysis</a:t>
          </a:r>
          <a:endParaRPr lang="en-US" sz="1600" kern="1200"/>
        </a:p>
      </dsp:txBody>
      <dsp:txXfrm>
        <a:off x="1234937" y="613145"/>
        <a:ext cx="1892178" cy="1892178"/>
      </dsp:txXfrm>
    </dsp:sp>
    <dsp:sp modelId="{A30C9F69-CCE6-48B0-8867-BED9614B2BC6}">
      <dsp:nvSpPr>
        <dsp:cNvPr id="0" name=""/>
        <dsp:cNvSpPr/>
      </dsp:nvSpPr>
      <dsp:spPr>
        <a:xfrm>
          <a:off x="3390778" y="510783"/>
          <a:ext cx="2096902" cy="209690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Identified missing values in DOB, DateofHire, DateofTermination</a:t>
          </a:r>
          <a:endParaRPr lang="en-US" sz="1600" kern="1200"/>
        </a:p>
      </dsp:txBody>
      <dsp:txXfrm>
        <a:off x="3493140" y="613145"/>
        <a:ext cx="1892178" cy="1892178"/>
      </dsp:txXfrm>
    </dsp:sp>
    <dsp:sp modelId="{67FF6290-D756-4725-9E71-2FE46117E43C}">
      <dsp:nvSpPr>
        <dsp:cNvPr id="0" name=""/>
        <dsp:cNvSpPr/>
      </dsp:nvSpPr>
      <dsp:spPr>
        <a:xfrm>
          <a:off x="1132575" y="2768986"/>
          <a:ext cx="2096902" cy="2096902"/>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Derived fields such as </a:t>
          </a:r>
          <a:r>
            <a:rPr lang="en-IN" sz="1600" b="1" kern="1200"/>
            <a:t>Age</a:t>
          </a:r>
          <a:r>
            <a:rPr lang="en-IN" sz="1600" kern="1200"/>
            <a:t> and </a:t>
          </a:r>
          <a:r>
            <a:rPr lang="en-IN" sz="1600" b="1" kern="1200"/>
            <a:t>Tenure_Years</a:t>
          </a:r>
          <a:r>
            <a:rPr lang="en-IN" sz="1600" kern="1200"/>
            <a:t> naturally contained nulls where source dates were missing</a:t>
          </a:r>
          <a:endParaRPr lang="en-US" sz="1600" kern="1200"/>
        </a:p>
      </dsp:txBody>
      <dsp:txXfrm>
        <a:off x="1234937" y="2871348"/>
        <a:ext cx="1892178" cy="1892178"/>
      </dsp:txXfrm>
    </dsp:sp>
    <dsp:sp modelId="{674A5CC7-EC6D-441D-BBD3-0CAE093FBFF8}">
      <dsp:nvSpPr>
        <dsp:cNvPr id="0" name=""/>
        <dsp:cNvSpPr/>
      </dsp:nvSpPr>
      <dsp:spPr>
        <a:xfrm>
          <a:off x="3390778" y="2768986"/>
          <a:ext cx="2096902" cy="209690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Nulls were intentionally preserved to avoid creating artificial data</a:t>
          </a:r>
          <a:endParaRPr lang="en-US" sz="1600" kern="1200"/>
        </a:p>
      </dsp:txBody>
      <dsp:txXfrm>
        <a:off x="3493140" y="2871348"/>
        <a:ext cx="1892178" cy="18921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89066-E149-4190-893E-1105CB113A41}">
      <dsp:nvSpPr>
        <dsp:cNvPr id="0" name=""/>
        <dsp:cNvSpPr/>
      </dsp:nvSpPr>
      <dsp:spPr>
        <a:xfrm>
          <a:off x="129" y="1751543"/>
          <a:ext cx="1561320" cy="1873584"/>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224" tIns="0" rIns="154224" bIns="330200" numCol="1" spcCol="1270" anchor="t" anchorCtr="0">
          <a:noAutofit/>
        </a:bodyPr>
        <a:lstStyle/>
        <a:p>
          <a:pPr marL="0" lvl="0" indent="0" algn="l" defTabSz="533400">
            <a:lnSpc>
              <a:spcPct val="90000"/>
            </a:lnSpc>
            <a:spcBef>
              <a:spcPct val="0"/>
            </a:spcBef>
            <a:spcAft>
              <a:spcPct val="35000"/>
            </a:spcAft>
            <a:buNone/>
          </a:pPr>
          <a:r>
            <a:rPr lang="en-IN" sz="1200" b="1" kern="1200"/>
            <a:t>Age</a:t>
          </a:r>
          <a:r>
            <a:rPr lang="en-IN" sz="1200" kern="1200"/>
            <a:t> calculated from DOB</a:t>
          </a:r>
          <a:endParaRPr lang="en-US" sz="1200" kern="1200"/>
        </a:p>
      </dsp:txBody>
      <dsp:txXfrm>
        <a:off x="129" y="2500977"/>
        <a:ext cx="1561320" cy="1124150"/>
      </dsp:txXfrm>
    </dsp:sp>
    <dsp:sp modelId="{6A4B4879-8CCB-40D7-9A81-13A1369A0151}">
      <dsp:nvSpPr>
        <dsp:cNvPr id="0" name=""/>
        <dsp:cNvSpPr/>
      </dsp:nvSpPr>
      <dsp:spPr>
        <a:xfrm>
          <a:off x="129" y="1751543"/>
          <a:ext cx="1561320" cy="74943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54224" tIns="165100" rIns="154224" bIns="165100" numCol="1" spcCol="1270" anchor="ctr" anchorCtr="0">
          <a:noAutofit/>
        </a:bodyPr>
        <a:lstStyle/>
        <a:p>
          <a:pPr marL="0" lvl="0" indent="0" algn="l" defTabSz="1333500">
            <a:lnSpc>
              <a:spcPct val="90000"/>
            </a:lnSpc>
            <a:spcBef>
              <a:spcPct val="0"/>
            </a:spcBef>
            <a:spcAft>
              <a:spcPct val="35000"/>
            </a:spcAft>
            <a:buNone/>
          </a:pPr>
          <a:r>
            <a:rPr lang="en-US" sz="3000" kern="1200"/>
            <a:t>01</a:t>
          </a:r>
        </a:p>
      </dsp:txBody>
      <dsp:txXfrm>
        <a:off x="129" y="1751543"/>
        <a:ext cx="1561320" cy="749433"/>
      </dsp:txXfrm>
    </dsp:sp>
    <dsp:sp modelId="{2C101262-CD0C-4871-A5AE-135453F4FDD4}">
      <dsp:nvSpPr>
        <dsp:cNvPr id="0" name=""/>
        <dsp:cNvSpPr/>
      </dsp:nvSpPr>
      <dsp:spPr>
        <a:xfrm>
          <a:off x="1686355" y="1751543"/>
          <a:ext cx="1561320" cy="1873584"/>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224" tIns="0" rIns="154224" bIns="330200" numCol="1" spcCol="1270" anchor="t" anchorCtr="0">
          <a:noAutofit/>
        </a:bodyPr>
        <a:lstStyle/>
        <a:p>
          <a:pPr marL="0" lvl="0" indent="0" algn="l" defTabSz="533400">
            <a:lnSpc>
              <a:spcPct val="90000"/>
            </a:lnSpc>
            <a:spcBef>
              <a:spcPct val="0"/>
            </a:spcBef>
            <a:spcAft>
              <a:spcPct val="35000"/>
            </a:spcAft>
            <a:buNone/>
          </a:pPr>
          <a:r>
            <a:rPr lang="en-IN" sz="1200" b="1" kern="1200"/>
            <a:t>Tenure_Years</a:t>
          </a:r>
          <a:r>
            <a:rPr lang="en-IN" sz="1200" kern="1200"/>
            <a:t> calculated from DateofHire and DateofTermination</a:t>
          </a:r>
          <a:endParaRPr lang="en-US" sz="1200" kern="1200"/>
        </a:p>
      </dsp:txBody>
      <dsp:txXfrm>
        <a:off x="1686355" y="2500977"/>
        <a:ext cx="1561320" cy="1124150"/>
      </dsp:txXfrm>
    </dsp:sp>
    <dsp:sp modelId="{AAC1CC23-D239-4906-B967-06C215034173}">
      <dsp:nvSpPr>
        <dsp:cNvPr id="0" name=""/>
        <dsp:cNvSpPr/>
      </dsp:nvSpPr>
      <dsp:spPr>
        <a:xfrm>
          <a:off x="1686355" y="1751543"/>
          <a:ext cx="1561320" cy="74943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54224" tIns="165100" rIns="154224" bIns="165100" numCol="1" spcCol="1270" anchor="ctr" anchorCtr="0">
          <a:noAutofit/>
        </a:bodyPr>
        <a:lstStyle/>
        <a:p>
          <a:pPr marL="0" lvl="0" indent="0" algn="l" defTabSz="1333500">
            <a:lnSpc>
              <a:spcPct val="90000"/>
            </a:lnSpc>
            <a:spcBef>
              <a:spcPct val="0"/>
            </a:spcBef>
            <a:spcAft>
              <a:spcPct val="35000"/>
            </a:spcAft>
            <a:buNone/>
          </a:pPr>
          <a:r>
            <a:rPr lang="en-US" sz="3000" kern="1200"/>
            <a:t>02</a:t>
          </a:r>
        </a:p>
      </dsp:txBody>
      <dsp:txXfrm>
        <a:off x="1686355" y="1751543"/>
        <a:ext cx="1561320" cy="749433"/>
      </dsp:txXfrm>
    </dsp:sp>
    <dsp:sp modelId="{AB0EF10B-5E69-4D55-81F1-C91D2F4ABC53}">
      <dsp:nvSpPr>
        <dsp:cNvPr id="0" name=""/>
        <dsp:cNvSpPr/>
      </dsp:nvSpPr>
      <dsp:spPr>
        <a:xfrm>
          <a:off x="3372580" y="1751543"/>
          <a:ext cx="1561320" cy="1873584"/>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224" tIns="0" rIns="154224" bIns="330200" numCol="1" spcCol="1270" anchor="t" anchorCtr="0">
          <a:noAutofit/>
        </a:bodyPr>
        <a:lstStyle/>
        <a:p>
          <a:pPr marL="0" lvl="0" indent="0" algn="l" defTabSz="533400">
            <a:lnSpc>
              <a:spcPct val="90000"/>
            </a:lnSpc>
            <a:spcBef>
              <a:spcPct val="0"/>
            </a:spcBef>
            <a:spcAft>
              <a:spcPct val="35000"/>
            </a:spcAft>
            <a:buNone/>
          </a:pPr>
          <a:r>
            <a:rPr lang="en-IN" sz="1200" b="1" kern="1200"/>
            <a:t>Engagement Level</a:t>
          </a:r>
          <a:r>
            <a:rPr lang="en-IN" sz="1200" kern="1200"/>
            <a:t> bucketed into Low / Medium / High</a:t>
          </a:r>
          <a:endParaRPr lang="en-US" sz="1200" kern="1200"/>
        </a:p>
      </dsp:txBody>
      <dsp:txXfrm>
        <a:off x="3372580" y="2500977"/>
        <a:ext cx="1561320" cy="1124150"/>
      </dsp:txXfrm>
    </dsp:sp>
    <dsp:sp modelId="{2CB8F4C8-5319-4035-B136-5D16B038ACA0}">
      <dsp:nvSpPr>
        <dsp:cNvPr id="0" name=""/>
        <dsp:cNvSpPr/>
      </dsp:nvSpPr>
      <dsp:spPr>
        <a:xfrm>
          <a:off x="3372580" y="1751543"/>
          <a:ext cx="1561320" cy="74943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54224" tIns="165100" rIns="154224" bIns="165100" numCol="1" spcCol="1270" anchor="ctr" anchorCtr="0">
          <a:noAutofit/>
        </a:bodyPr>
        <a:lstStyle/>
        <a:p>
          <a:pPr marL="0" lvl="0" indent="0" algn="l" defTabSz="1333500">
            <a:lnSpc>
              <a:spcPct val="90000"/>
            </a:lnSpc>
            <a:spcBef>
              <a:spcPct val="0"/>
            </a:spcBef>
            <a:spcAft>
              <a:spcPct val="35000"/>
            </a:spcAft>
            <a:buNone/>
          </a:pPr>
          <a:r>
            <a:rPr lang="en-US" sz="3000" kern="1200"/>
            <a:t>03</a:t>
          </a:r>
        </a:p>
      </dsp:txBody>
      <dsp:txXfrm>
        <a:off x="3372580" y="1751543"/>
        <a:ext cx="1561320" cy="749433"/>
      </dsp:txXfrm>
    </dsp:sp>
    <dsp:sp modelId="{504140EA-7516-414A-B773-261AD193583E}">
      <dsp:nvSpPr>
        <dsp:cNvPr id="0" name=""/>
        <dsp:cNvSpPr/>
      </dsp:nvSpPr>
      <dsp:spPr>
        <a:xfrm>
          <a:off x="5058806" y="1751543"/>
          <a:ext cx="1561320" cy="1873584"/>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224" tIns="0" rIns="154224" bIns="330200" numCol="1" spcCol="1270" anchor="t" anchorCtr="0">
          <a:noAutofit/>
        </a:bodyPr>
        <a:lstStyle/>
        <a:p>
          <a:pPr marL="0" lvl="0" indent="0" algn="l" defTabSz="533400">
            <a:lnSpc>
              <a:spcPct val="90000"/>
            </a:lnSpc>
            <a:spcBef>
              <a:spcPct val="0"/>
            </a:spcBef>
            <a:spcAft>
              <a:spcPct val="35000"/>
            </a:spcAft>
            <a:buNone/>
          </a:pPr>
          <a:r>
            <a:rPr lang="en-IN" sz="1200" b="1" kern="1200"/>
            <a:t>Age Group</a:t>
          </a:r>
          <a:r>
            <a:rPr lang="en-IN" sz="1200" kern="1200"/>
            <a:t> created for demographic analysis</a:t>
          </a:r>
          <a:endParaRPr lang="en-US" sz="1200" kern="1200"/>
        </a:p>
      </dsp:txBody>
      <dsp:txXfrm>
        <a:off x="5058806" y="2500977"/>
        <a:ext cx="1561320" cy="1124150"/>
      </dsp:txXfrm>
    </dsp:sp>
    <dsp:sp modelId="{1E0949CF-8A2B-46FB-947F-902F4DF22DF5}">
      <dsp:nvSpPr>
        <dsp:cNvPr id="0" name=""/>
        <dsp:cNvSpPr/>
      </dsp:nvSpPr>
      <dsp:spPr>
        <a:xfrm>
          <a:off x="5058806" y="1751543"/>
          <a:ext cx="1561320" cy="74943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54224" tIns="165100" rIns="154224" bIns="165100" numCol="1" spcCol="1270" anchor="ctr" anchorCtr="0">
          <a:noAutofit/>
        </a:bodyPr>
        <a:lstStyle/>
        <a:p>
          <a:pPr marL="0" lvl="0" indent="0" algn="l" defTabSz="1333500">
            <a:lnSpc>
              <a:spcPct val="90000"/>
            </a:lnSpc>
            <a:spcBef>
              <a:spcPct val="0"/>
            </a:spcBef>
            <a:spcAft>
              <a:spcPct val="35000"/>
            </a:spcAft>
            <a:buNone/>
          </a:pPr>
          <a:r>
            <a:rPr lang="en-US" sz="3000" kern="1200"/>
            <a:t>04</a:t>
          </a:r>
        </a:p>
      </dsp:txBody>
      <dsp:txXfrm>
        <a:off x="5058806" y="1751543"/>
        <a:ext cx="1561320" cy="74943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B9E6C-D850-417C-8CC4-394CBC726844}">
      <dsp:nvSpPr>
        <dsp:cNvPr id="0" name=""/>
        <dsp:cNvSpPr/>
      </dsp:nvSpPr>
      <dsp:spPr>
        <a:xfrm>
          <a:off x="0" y="22535"/>
          <a:ext cx="7306056" cy="24195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IN" sz="4400" kern="1200"/>
            <a:t>All date columns standardized to ISO format (YYYY‑MM‑DD)</a:t>
          </a:r>
          <a:endParaRPr lang="en-US" sz="4400" kern="1200"/>
        </a:p>
      </dsp:txBody>
      <dsp:txXfrm>
        <a:off x="118113" y="140648"/>
        <a:ext cx="7069830" cy="2183334"/>
      </dsp:txXfrm>
    </dsp:sp>
    <dsp:sp modelId="{4F17F387-65BF-4712-950D-93524ACCDCA6}">
      <dsp:nvSpPr>
        <dsp:cNvPr id="0" name=""/>
        <dsp:cNvSpPr/>
      </dsp:nvSpPr>
      <dsp:spPr>
        <a:xfrm>
          <a:off x="0" y="2568815"/>
          <a:ext cx="7306056" cy="2419560"/>
        </a:xfrm>
        <a:prstGeom prst="roundRect">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IN" sz="4400" kern="1200"/>
            <a:t>Ensured compatibility with SQL and Power BI</a:t>
          </a:r>
          <a:endParaRPr lang="en-US" sz="4400" kern="1200"/>
        </a:p>
      </dsp:txBody>
      <dsp:txXfrm>
        <a:off x="118113" y="2686928"/>
        <a:ext cx="7069830" cy="21833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D49B3-341C-429F-B19C-F0E3079C59AB}">
      <dsp:nvSpPr>
        <dsp:cNvPr id="0" name=""/>
        <dsp:cNvSpPr/>
      </dsp:nvSpPr>
      <dsp:spPr>
        <a:xfrm>
          <a:off x="0" y="814273"/>
          <a:ext cx="7306056" cy="15032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0F4F07-F2B6-4E5E-ACD5-980E4E87684C}">
      <dsp:nvSpPr>
        <dsp:cNvPr id="0" name=""/>
        <dsp:cNvSpPr/>
      </dsp:nvSpPr>
      <dsp:spPr>
        <a:xfrm>
          <a:off x="454740" y="1152509"/>
          <a:ext cx="826800" cy="826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3A7358-A024-454B-B71D-DA64BA22EDAF}">
      <dsp:nvSpPr>
        <dsp:cNvPr id="0" name=""/>
        <dsp:cNvSpPr/>
      </dsp:nvSpPr>
      <dsp:spPr>
        <a:xfrm>
          <a:off x="1736281" y="814273"/>
          <a:ext cx="5569774" cy="150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96" tIns="159096" rIns="159096" bIns="159096" numCol="1" spcCol="1270" anchor="ctr" anchorCtr="0">
          <a:noAutofit/>
        </a:bodyPr>
        <a:lstStyle/>
        <a:p>
          <a:pPr marL="0" lvl="0" indent="0" algn="l" defTabSz="1111250">
            <a:lnSpc>
              <a:spcPct val="90000"/>
            </a:lnSpc>
            <a:spcBef>
              <a:spcPct val="0"/>
            </a:spcBef>
            <a:spcAft>
              <a:spcPct val="35000"/>
            </a:spcAft>
            <a:buNone/>
          </a:pPr>
          <a:r>
            <a:rPr lang="en-IN" sz="2500" kern="1200"/>
            <a:t>Final cleaned dataset exported as CSV</a:t>
          </a:r>
          <a:endParaRPr lang="en-US" sz="2500" kern="1200"/>
        </a:p>
      </dsp:txBody>
      <dsp:txXfrm>
        <a:off x="1736281" y="814273"/>
        <a:ext cx="5569774" cy="1503273"/>
      </dsp:txXfrm>
    </dsp:sp>
    <dsp:sp modelId="{6B5D42A6-ED15-4326-896E-AEA468F912C1}">
      <dsp:nvSpPr>
        <dsp:cNvPr id="0" name=""/>
        <dsp:cNvSpPr/>
      </dsp:nvSpPr>
      <dsp:spPr>
        <a:xfrm>
          <a:off x="0" y="2693365"/>
          <a:ext cx="7306056" cy="15032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A694DD-DFAC-4680-9844-717A3145F3EC}">
      <dsp:nvSpPr>
        <dsp:cNvPr id="0" name=""/>
        <dsp:cNvSpPr/>
      </dsp:nvSpPr>
      <dsp:spPr>
        <a:xfrm>
          <a:off x="454740" y="3031601"/>
          <a:ext cx="826800" cy="826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93FD14-3A5B-44F3-83F5-3677A592C17C}">
      <dsp:nvSpPr>
        <dsp:cNvPr id="0" name=""/>
        <dsp:cNvSpPr/>
      </dsp:nvSpPr>
      <dsp:spPr>
        <a:xfrm>
          <a:off x="1736281" y="2693365"/>
          <a:ext cx="5569774" cy="1503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96" tIns="159096" rIns="159096" bIns="159096" numCol="1" spcCol="1270" anchor="ctr" anchorCtr="0">
          <a:noAutofit/>
        </a:bodyPr>
        <a:lstStyle/>
        <a:p>
          <a:pPr marL="0" lvl="0" indent="0" algn="l" defTabSz="1111250">
            <a:lnSpc>
              <a:spcPct val="90000"/>
            </a:lnSpc>
            <a:spcBef>
              <a:spcPct val="0"/>
            </a:spcBef>
            <a:spcAft>
              <a:spcPct val="35000"/>
            </a:spcAft>
            <a:buNone/>
          </a:pPr>
          <a:r>
            <a:rPr lang="en-IN" sz="2500" kern="1200"/>
            <a:t>Imported into MySQL to serve as the analytical data source</a:t>
          </a:r>
          <a:endParaRPr lang="en-US" sz="2500" kern="1200"/>
        </a:p>
      </dsp:txBody>
      <dsp:txXfrm>
        <a:off x="1736281" y="2693365"/>
        <a:ext cx="5569774" cy="15032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14495A-FF5C-4181-89FC-182F81ABA01F}">
      <dsp:nvSpPr>
        <dsp:cNvPr id="0" name=""/>
        <dsp:cNvSpPr/>
      </dsp:nvSpPr>
      <dsp:spPr>
        <a:xfrm>
          <a:off x="0" y="611"/>
          <a:ext cx="73060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47953B-9B50-4363-9933-8A6353060B60}">
      <dsp:nvSpPr>
        <dsp:cNvPr id="0" name=""/>
        <dsp:cNvSpPr/>
      </dsp:nvSpPr>
      <dsp:spPr>
        <a:xfrm>
          <a:off x="0" y="611"/>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kern="1200"/>
            <a:t>7.1 Measures Created</a:t>
          </a:r>
          <a:endParaRPr lang="en-US" sz="1800" kern="1200"/>
        </a:p>
      </dsp:txBody>
      <dsp:txXfrm>
        <a:off x="0" y="611"/>
        <a:ext cx="7306056" cy="500968"/>
      </dsp:txXfrm>
    </dsp:sp>
    <dsp:sp modelId="{F88E499A-C40E-4314-84A7-F26024F1449E}">
      <dsp:nvSpPr>
        <dsp:cNvPr id="0" name=""/>
        <dsp:cNvSpPr/>
      </dsp:nvSpPr>
      <dsp:spPr>
        <a:xfrm>
          <a:off x="0" y="501580"/>
          <a:ext cx="7306056" cy="0"/>
        </a:xfrm>
        <a:prstGeom prst="line">
          <a:avLst/>
        </a:prstGeom>
        <a:solidFill>
          <a:schemeClr val="accent2">
            <a:hueOff val="-1152112"/>
            <a:satOff val="-2268"/>
            <a:lumOff val="1416"/>
            <a:alphaOff val="0"/>
          </a:schemeClr>
        </a:solidFill>
        <a:ln w="19050" cap="flat" cmpd="sng" algn="ctr">
          <a:solidFill>
            <a:schemeClr val="accent2">
              <a:hueOff val="-1152112"/>
              <a:satOff val="-2268"/>
              <a:lumOff val="141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582247-2250-405A-80A4-46D7213D3F09}">
      <dsp:nvSpPr>
        <dsp:cNvPr id="0" name=""/>
        <dsp:cNvSpPr/>
      </dsp:nvSpPr>
      <dsp:spPr>
        <a:xfrm>
          <a:off x="0" y="501580"/>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Total Employees</a:t>
          </a:r>
          <a:endParaRPr lang="en-US" sz="1800" kern="1200"/>
        </a:p>
      </dsp:txBody>
      <dsp:txXfrm>
        <a:off x="0" y="501580"/>
        <a:ext cx="7306056" cy="500968"/>
      </dsp:txXfrm>
    </dsp:sp>
    <dsp:sp modelId="{73338191-B23D-4499-9B7C-81CA4F92FEC7}">
      <dsp:nvSpPr>
        <dsp:cNvPr id="0" name=""/>
        <dsp:cNvSpPr/>
      </dsp:nvSpPr>
      <dsp:spPr>
        <a:xfrm>
          <a:off x="0" y="1002549"/>
          <a:ext cx="7306056" cy="0"/>
        </a:xfrm>
        <a:prstGeom prst="line">
          <a:avLst/>
        </a:prstGeom>
        <a:solidFill>
          <a:schemeClr val="accent2">
            <a:hueOff val="-2304224"/>
            <a:satOff val="-4535"/>
            <a:lumOff val="2832"/>
            <a:alphaOff val="0"/>
          </a:schemeClr>
        </a:solidFill>
        <a:ln w="19050" cap="flat" cmpd="sng" algn="ctr">
          <a:solidFill>
            <a:schemeClr val="accent2">
              <a:hueOff val="-2304224"/>
              <a:satOff val="-4535"/>
              <a:lumOff val="28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276A57-9543-4626-AC25-C696498C8475}">
      <dsp:nvSpPr>
        <dsp:cNvPr id="0" name=""/>
        <dsp:cNvSpPr/>
      </dsp:nvSpPr>
      <dsp:spPr>
        <a:xfrm>
          <a:off x="0" y="1002549"/>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Active Employees</a:t>
          </a:r>
          <a:endParaRPr lang="en-US" sz="1800" kern="1200"/>
        </a:p>
      </dsp:txBody>
      <dsp:txXfrm>
        <a:off x="0" y="1002549"/>
        <a:ext cx="7306056" cy="500968"/>
      </dsp:txXfrm>
    </dsp:sp>
    <dsp:sp modelId="{1CFF5A00-D981-4363-8FD7-FD41CB2E53BA}">
      <dsp:nvSpPr>
        <dsp:cNvPr id="0" name=""/>
        <dsp:cNvSpPr/>
      </dsp:nvSpPr>
      <dsp:spPr>
        <a:xfrm>
          <a:off x="0" y="1503518"/>
          <a:ext cx="7306056" cy="0"/>
        </a:xfrm>
        <a:prstGeom prst="line">
          <a:avLst/>
        </a:prstGeom>
        <a:solidFill>
          <a:schemeClr val="accent2">
            <a:hueOff val="-3456336"/>
            <a:satOff val="-6803"/>
            <a:lumOff val="4248"/>
            <a:alphaOff val="0"/>
          </a:schemeClr>
        </a:solidFill>
        <a:ln w="19050" cap="flat" cmpd="sng" algn="ctr">
          <a:solidFill>
            <a:schemeClr val="accent2">
              <a:hueOff val="-3456336"/>
              <a:satOff val="-6803"/>
              <a:lumOff val="42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B9710D-9B71-4AC4-ABD2-721BCA554DD2}">
      <dsp:nvSpPr>
        <dsp:cNvPr id="0" name=""/>
        <dsp:cNvSpPr/>
      </dsp:nvSpPr>
      <dsp:spPr>
        <a:xfrm>
          <a:off x="0" y="1503518"/>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Attrition Rate (%)</a:t>
          </a:r>
          <a:endParaRPr lang="en-US" sz="1800" kern="1200"/>
        </a:p>
      </dsp:txBody>
      <dsp:txXfrm>
        <a:off x="0" y="1503518"/>
        <a:ext cx="7306056" cy="500968"/>
      </dsp:txXfrm>
    </dsp:sp>
    <dsp:sp modelId="{572EF508-828D-4A67-B610-871729D0694D}">
      <dsp:nvSpPr>
        <dsp:cNvPr id="0" name=""/>
        <dsp:cNvSpPr/>
      </dsp:nvSpPr>
      <dsp:spPr>
        <a:xfrm>
          <a:off x="0" y="2004487"/>
          <a:ext cx="7306056" cy="0"/>
        </a:xfrm>
        <a:prstGeom prst="line">
          <a:avLst/>
        </a:prstGeom>
        <a:solidFill>
          <a:schemeClr val="accent2">
            <a:hueOff val="-4608448"/>
            <a:satOff val="-9070"/>
            <a:lumOff val="5664"/>
            <a:alphaOff val="0"/>
          </a:schemeClr>
        </a:solidFill>
        <a:ln w="19050" cap="flat" cmpd="sng" algn="ctr">
          <a:solidFill>
            <a:schemeClr val="accent2">
              <a:hueOff val="-4608448"/>
              <a:satOff val="-9070"/>
              <a:lumOff val="566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B9BB4B-9BFB-4334-ADF4-D0476985906F}">
      <dsp:nvSpPr>
        <dsp:cNvPr id="0" name=""/>
        <dsp:cNvSpPr/>
      </dsp:nvSpPr>
      <dsp:spPr>
        <a:xfrm>
          <a:off x="0" y="2004487"/>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Average Performance Score</a:t>
          </a:r>
          <a:endParaRPr lang="en-US" sz="1800" kern="1200"/>
        </a:p>
      </dsp:txBody>
      <dsp:txXfrm>
        <a:off x="0" y="2004487"/>
        <a:ext cx="7306056" cy="500968"/>
      </dsp:txXfrm>
    </dsp:sp>
    <dsp:sp modelId="{1B15B413-B4DF-45D7-8D8A-82D2CAE06743}">
      <dsp:nvSpPr>
        <dsp:cNvPr id="0" name=""/>
        <dsp:cNvSpPr/>
      </dsp:nvSpPr>
      <dsp:spPr>
        <a:xfrm>
          <a:off x="0" y="2505456"/>
          <a:ext cx="7306056" cy="0"/>
        </a:xfrm>
        <a:prstGeom prst="line">
          <a:avLst/>
        </a:prstGeom>
        <a:solidFill>
          <a:schemeClr val="accent2">
            <a:hueOff val="-5760560"/>
            <a:satOff val="-11338"/>
            <a:lumOff val="7081"/>
            <a:alphaOff val="0"/>
          </a:schemeClr>
        </a:solidFill>
        <a:ln w="19050" cap="flat" cmpd="sng" algn="ctr">
          <a:solidFill>
            <a:schemeClr val="accent2">
              <a:hueOff val="-5760560"/>
              <a:satOff val="-11338"/>
              <a:lumOff val="70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10161-570D-4653-B459-C2F94802E480}">
      <dsp:nvSpPr>
        <dsp:cNvPr id="0" name=""/>
        <dsp:cNvSpPr/>
      </dsp:nvSpPr>
      <dsp:spPr>
        <a:xfrm>
          <a:off x="0" y="2505456"/>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Department‑wise engagement and satisfaction comparison</a:t>
          </a:r>
          <a:endParaRPr lang="en-US" sz="1800" kern="1200"/>
        </a:p>
      </dsp:txBody>
      <dsp:txXfrm>
        <a:off x="0" y="2505456"/>
        <a:ext cx="7306056" cy="500968"/>
      </dsp:txXfrm>
    </dsp:sp>
    <dsp:sp modelId="{37A68FFB-AAA4-4169-8FA9-F86E6723C2D0}">
      <dsp:nvSpPr>
        <dsp:cNvPr id="0" name=""/>
        <dsp:cNvSpPr/>
      </dsp:nvSpPr>
      <dsp:spPr>
        <a:xfrm>
          <a:off x="0" y="3006424"/>
          <a:ext cx="7306056" cy="0"/>
        </a:xfrm>
        <a:prstGeom prst="line">
          <a:avLst/>
        </a:prstGeom>
        <a:solidFill>
          <a:schemeClr val="accent2">
            <a:hueOff val="-6912672"/>
            <a:satOff val="-13605"/>
            <a:lumOff val="8497"/>
            <a:alphaOff val="0"/>
          </a:schemeClr>
        </a:solidFill>
        <a:ln w="19050" cap="flat" cmpd="sng" algn="ctr">
          <a:solidFill>
            <a:schemeClr val="accent2">
              <a:hueOff val="-6912672"/>
              <a:satOff val="-13605"/>
              <a:lumOff val="84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13955F-5C2D-4AD1-A3CE-AB1B7FC2348D}">
      <dsp:nvSpPr>
        <dsp:cNvPr id="0" name=""/>
        <dsp:cNvSpPr/>
      </dsp:nvSpPr>
      <dsp:spPr>
        <a:xfrm>
          <a:off x="0" y="3006424"/>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kern="1200"/>
            <a:t>7.2 Design Decisions</a:t>
          </a:r>
          <a:endParaRPr lang="en-US" sz="1800" kern="1200"/>
        </a:p>
      </dsp:txBody>
      <dsp:txXfrm>
        <a:off x="0" y="3006424"/>
        <a:ext cx="7306056" cy="500968"/>
      </dsp:txXfrm>
    </dsp:sp>
    <dsp:sp modelId="{D5F8744D-0B26-4E37-9606-94507A7A8637}">
      <dsp:nvSpPr>
        <dsp:cNvPr id="0" name=""/>
        <dsp:cNvSpPr/>
      </dsp:nvSpPr>
      <dsp:spPr>
        <a:xfrm>
          <a:off x="0" y="3507393"/>
          <a:ext cx="7306056" cy="0"/>
        </a:xfrm>
        <a:prstGeom prst="line">
          <a:avLst/>
        </a:prstGeom>
        <a:solidFill>
          <a:schemeClr val="accent2">
            <a:hueOff val="-8064783"/>
            <a:satOff val="-15873"/>
            <a:lumOff val="9913"/>
            <a:alphaOff val="0"/>
          </a:schemeClr>
        </a:solidFill>
        <a:ln w="19050" cap="flat" cmpd="sng" algn="ctr">
          <a:solidFill>
            <a:schemeClr val="accent2">
              <a:hueOff val="-8064783"/>
              <a:satOff val="-15873"/>
              <a:lumOff val="99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1AEC1E-16CA-4362-A228-65D46C7680F1}">
      <dsp:nvSpPr>
        <dsp:cNvPr id="0" name=""/>
        <dsp:cNvSpPr/>
      </dsp:nvSpPr>
      <dsp:spPr>
        <a:xfrm>
          <a:off x="0" y="3507393"/>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Gender used consistently as a legend across all visuals (Male/Female)</a:t>
          </a:r>
          <a:endParaRPr lang="en-US" sz="1800" kern="1200"/>
        </a:p>
      </dsp:txBody>
      <dsp:txXfrm>
        <a:off x="0" y="3507393"/>
        <a:ext cx="7306056" cy="500968"/>
      </dsp:txXfrm>
    </dsp:sp>
    <dsp:sp modelId="{D3139677-986C-4F6F-9378-8F75156128C9}">
      <dsp:nvSpPr>
        <dsp:cNvPr id="0" name=""/>
        <dsp:cNvSpPr/>
      </dsp:nvSpPr>
      <dsp:spPr>
        <a:xfrm>
          <a:off x="0" y="4008362"/>
          <a:ext cx="7306056" cy="0"/>
        </a:xfrm>
        <a:prstGeom prst="line">
          <a:avLst/>
        </a:prstGeom>
        <a:solidFill>
          <a:schemeClr val="accent2">
            <a:hueOff val="-9216896"/>
            <a:satOff val="-18140"/>
            <a:lumOff val="11329"/>
            <a:alphaOff val="0"/>
          </a:schemeClr>
        </a:solidFill>
        <a:ln w="19050" cap="flat" cmpd="sng" algn="ctr">
          <a:solidFill>
            <a:schemeClr val="accent2">
              <a:hueOff val="-9216896"/>
              <a:satOff val="-18140"/>
              <a:lumOff val="113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41DD33-83DA-4ADC-AFA0-C910F9CDAB1A}">
      <dsp:nvSpPr>
        <dsp:cNvPr id="0" name=""/>
        <dsp:cNvSpPr/>
      </dsp:nvSpPr>
      <dsp:spPr>
        <a:xfrm>
          <a:off x="0" y="4008362"/>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Consistent color usage across all pages for clarity and comparison</a:t>
          </a:r>
          <a:endParaRPr lang="en-US" sz="1800" kern="1200"/>
        </a:p>
      </dsp:txBody>
      <dsp:txXfrm>
        <a:off x="0" y="4008362"/>
        <a:ext cx="7306056" cy="500968"/>
      </dsp:txXfrm>
    </dsp:sp>
    <dsp:sp modelId="{5C1E218E-BE37-49D7-BC14-1C7CB051EBE0}">
      <dsp:nvSpPr>
        <dsp:cNvPr id="0" name=""/>
        <dsp:cNvSpPr/>
      </dsp:nvSpPr>
      <dsp:spPr>
        <a:xfrm>
          <a:off x="0" y="4509331"/>
          <a:ext cx="7306056"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3FDF80-196F-486C-AC02-36F62CAFA56E}">
      <dsp:nvSpPr>
        <dsp:cNvPr id="0" name=""/>
        <dsp:cNvSpPr/>
      </dsp:nvSpPr>
      <dsp:spPr>
        <a:xfrm>
          <a:off x="0" y="4509331"/>
          <a:ext cx="7306056" cy="500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a:t>Limited filters per page to avoid clutter and improve usability</a:t>
          </a:r>
          <a:endParaRPr lang="en-US" sz="1800" kern="1200"/>
        </a:p>
      </dsp:txBody>
      <dsp:txXfrm>
        <a:off x="0" y="4509331"/>
        <a:ext cx="7306056" cy="5009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6D9D16-F206-4445-9A03-BDB2C0FDCAA3}">
      <dsp:nvSpPr>
        <dsp:cNvPr id="0" name=""/>
        <dsp:cNvSpPr/>
      </dsp:nvSpPr>
      <dsp:spPr>
        <a:xfrm>
          <a:off x="0" y="611"/>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BB3C11-BBAB-4FE5-A471-5385AA12EB45}">
      <dsp:nvSpPr>
        <dsp:cNvPr id="0" name=""/>
        <dsp:cNvSpPr/>
      </dsp:nvSpPr>
      <dsp:spPr>
        <a:xfrm>
          <a:off x="0" y="611"/>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b="1" kern="1200"/>
            <a:t>Page 1: Executive Workforce Overview</a:t>
          </a:r>
          <a:endParaRPr lang="en-US" sz="2100" kern="1200"/>
        </a:p>
      </dsp:txBody>
      <dsp:txXfrm>
        <a:off x="0" y="611"/>
        <a:ext cx="7306056" cy="715669"/>
      </dsp:txXfrm>
    </dsp:sp>
    <dsp:sp modelId="{2F3BD90B-5CCE-4192-A06F-C1F096FA2DBB}">
      <dsp:nvSpPr>
        <dsp:cNvPr id="0" name=""/>
        <dsp:cNvSpPr/>
      </dsp:nvSpPr>
      <dsp:spPr>
        <a:xfrm>
          <a:off x="0" y="716281"/>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72F012-F429-486D-9489-1076879B282D}">
      <dsp:nvSpPr>
        <dsp:cNvPr id="0" name=""/>
        <dsp:cNvSpPr/>
      </dsp:nvSpPr>
      <dsp:spPr>
        <a:xfrm>
          <a:off x="0" y="716281"/>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b="1" kern="1200"/>
            <a:t>Business Question:</a:t>
          </a:r>
          <a:r>
            <a:rPr lang="en-IN" sz="2100" kern="1200"/>
            <a:t> How healthy is our workforce right now?</a:t>
          </a:r>
          <a:endParaRPr lang="en-US" sz="2100" kern="1200"/>
        </a:p>
      </dsp:txBody>
      <dsp:txXfrm>
        <a:off x="0" y="716281"/>
        <a:ext cx="7306056" cy="715669"/>
      </dsp:txXfrm>
    </dsp:sp>
    <dsp:sp modelId="{EA1C2C42-727B-48D3-9034-91C602FA7A05}">
      <dsp:nvSpPr>
        <dsp:cNvPr id="0" name=""/>
        <dsp:cNvSpPr/>
      </dsp:nvSpPr>
      <dsp:spPr>
        <a:xfrm>
          <a:off x="0" y="1431951"/>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B0F12A-C732-4B86-8555-818789396DCF}">
      <dsp:nvSpPr>
        <dsp:cNvPr id="0" name=""/>
        <dsp:cNvSpPr/>
      </dsp:nvSpPr>
      <dsp:spPr>
        <a:xfrm>
          <a:off x="0" y="1431951"/>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a:t>Key insights:</a:t>
          </a:r>
          <a:endParaRPr lang="en-US" sz="2100" kern="1200"/>
        </a:p>
      </dsp:txBody>
      <dsp:txXfrm>
        <a:off x="0" y="1431951"/>
        <a:ext cx="7306056" cy="715669"/>
      </dsp:txXfrm>
    </dsp:sp>
    <dsp:sp modelId="{71A30853-361F-4E92-884E-5B0A28871212}">
      <dsp:nvSpPr>
        <dsp:cNvPr id="0" name=""/>
        <dsp:cNvSpPr/>
      </dsp:nvSpPr>
      <dsp:spPr>
        <a:xfrm>
          <a:off x="0" y="2147621"/>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02F312-1C6E-4AB4-9E9A-78F31A4C70E1}">
      <dsp:nvSpPr>
        <dsp:cNvPr id="0" name=""/>
        <dsp:cNvSpPr/>
      </dsp:nvSpPr>
      <dsp:spPr>
        <a:xfrm>
          <a:off x="0" y="2147621"/>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a:t>Overall attrition rate and workforce size</a:t>
          </a:r>
          <a:endParaRPr lang="en-US" sz="2100" kern="1200"/>
        </a:p>
      </dsp:txBody>
      <dsp:txXfrm>
        <a:off x="0" y="2147621"/>
        <a:ext cx="7306056" cy="715669"/>
      </dsp:txXfrm>
    </dsp:sp>
    <dsp:sp modelId="{9599F708-0351-4C01-B690-3E41EF1F26D9}">
      <dsp:nvSpPr>
        <dsp:cNvPr id="0" name=""/>
        <dsp:cNvSpPr/>
      </dsp:nvSpPr>
      <dsp:spPr>
        <a:xfrm>
          <a:off x="0" y="2863290"/>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323D4C-254C-452E-8F33-B718DD2A82C8}">
      <dsp:nvSpPr>
        <dsp:cNvPr id="0" name=""/>
        <dsp:cNvSpPr/>
      </dsp:nvSpPr>
      <dsp:spPr>
        <a:xfrm>
          <a:off x="0" y="2863290"/>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a:t>Attrition trends over time</a:t>
          </a:r>
          <a:endParaRPr lang="en-US" sz="2100" kern="1200"/>
        </a:p>
      </dsp:txBody>
      <dsp:txXfrm>
        <a:off x="0" y="2863290"/>
        <a:ext cx="7306056" cy="715669"/>
      </dsp:txXfrm>
    </dsp:sp>
    <dsp:sp modelId="{9D75B0A2-F0C7-4C85-BC9C-9271DF9388D3}">
      <dsp:nvSpPr>
        <dsp:cNvPr id="0" name=""/>
        <dsp:cNvSpPr/>
      </dsp:nvSpPr>
      <dsp:spPr>
        <a:xfrm>
          <a:off x="0" y="3578960"/>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48BBAF-F365-44C6-9AB7-A40729E88EF6}">
      <dsp:nvSpPr>
        <dsp:cNvPr id="0" name=""/>
        <dsp:cNvSpPr/>
      </dsp:nvSpPr>
      <dsp:spPr>
        <a:xfrm>
          <a:off x="0" y="3578960"/>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a:t>Department‑level workforce distribution</a:t>
          </a:r>
          <a:endParaRPr lang="en-US" sz="2100" kern="1200"/>
        </a:p>
      </dsp:txBody>
      <dsp:txXfrm>
        <a:off x="0" y="3578960"/>
        <a:ext cx="7306056" cy="715669"/>
      </dsp:txXfrm>
    </dsp:sp>
    <dsp:sp modelId="{5DCE2BB8-B0E9-43A6-BDBA-2E88EC233366}">
      <dsp:nvSpPr>
        <dsp:cNvPr id="0" name=""/>
        <dsp:cNvSpPr/>
      </dsp:nvSpPr>
      <dsp:spPr>
        <a:xfrm>
          <a:off x="0" y="4294630"/>
          <a:ext cx="73060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6E499-0463-4944-81A5-F03D11E9CC74}">
      <dsp:nvSpPr>
        <dsp:cNvPr id="0" name=""/>
        <dsp:cNvSpPr/>
      </dsp:nvSpPr>
      <dsp:spPr>
        <a:xfrm>
          <a:off x="0" y="4294630"/>
          <a:ext cx="7306056" cy="71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a:t>Location‑wise attrition patterns</a:t>
          </a:r>
          <a:endParaRPr lang="en-US" sz="2100" kern="1200"/>
        </a:p>
      </dsp:txBody>
      <dsp:txXfrm>
        <a:off x="0" y="4294630"/>
        <a:ext cx="7306056" cy="7156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9EA13D-0103-49DC-9355-92D1BD4BDCA0}">
      <dsp:nvSpPr>
        <dsp:cNvPr id="0" name=""/>
        <dsp:cNvSpPr/>
      </dsp:nvSpPr>
      <dsp:spPr>
        <a:xfrm>
          <a:off x="423191" y="164000"/>
          <a:ext cx="1189886" cy="11898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083C68-0715-47B0-9799-904F87950CC0}">
      <dsp:nvSpPr>
        <dsp:cNvPr id="0" name=""/>
        <dsp:cNvSpPr/>
      </dsp:nvSpPr>
      <dsp:spPr>
        <a:xfrm>
          <a:off x="676773" y="417582"/>
          <a:ext cx="682721" cy="6827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3BE74A-6D56-4B0E-9C4C-810FE18D0341}">
      <dsp:nvSpPr>
        <dsp:cNvPr id="0" name=""/>
        <dsp:cNvSpPr/>
      </dsp:nvSpPr>
      <dsp:spPr>
        <a:xfrm>
          <a:off x="42817" y="1724506"/>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b="1" kern="1200"/>
            <a:t>Business Question:</a:t>
          </a:r>
          <a:r>
            <a:rPr lang="en-IN" sz="1600" kern="1200"/>
            <a:t> Who is leaving, and why?</a:t>
          </a:r>
          <a:endParaRPr lang="en-US" sz="1600" kern="1200"/>
        </a:p>
      </dsp:txBody>
      <dsp:txXfrm>
        <a:off x="42817" y="1724506"/>
        <a:ext cx="1950633" cy="720000"/>
      </dsp:txXfrm>
    </dsp:sp>
    <dsp:sp modelId="{24FE3EF9-C0BA-4C9A-94CA-41EC238E90E1}">
      <dsp:nvSpPr>
        <dsp:cNvPr id="0" name=""/>
        <dsp:cNvSpPr/>
      </dsp:nvSpPr>
      <dsp:spPr>
        <a:xfrm>
          <a:off x="2715184" y="164000"/>
          <a:ext cx="1189886" cy="118988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A63938-B9AF-49D4-A124-3CE60D8E9274}">
      <dsp:nvSpPr>
        <dsp:cNvPr id="0" name=""/>
        <dsp:cNvSpPr/>
      </dsp:nvSpPr>
      <dsp:spPr>
        <a:xfrm>
          <a:off x="2968767" y="417582"/>
          <a:ext cx="682721" cy="6827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ED6D13-0C8B-4C07-A023-7CD09269BA5E}">
      <dsp:nvSpPr>
        <dsp:cNvPr id="0" name=""/>
        <dsp:cNvSpPr/>
      </dsp:nvSpPr>
      <dsp:spPr>
        <a:xfrm>
          <a:off x="2334811" y="1724506"/>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kern="1200"/>
            <a:t>Key insights:</a:t>
          </a:r>
          <a:endParaRPr lang="en-US" sz="1600" kern="1200"/>
        </a:p>
      </dsp:txBody>
      <dsp:txXfrm>
        <a:off x="2334811" y="1724506"/>
        <a:ext cx="1950633" cy="720000"/>
      </dsp:txXfrm>
    </dsp:sp>
    <dsp:sp modelId="{89AD3592-BA13-41CF-AD7B-2DFF16D7600E}">
      <dsp:nvSpPr>
        <dsp:cNvPr id="0" name=""/>
        <dsp:cNvSpPr/>
      </dsp:nvSpPr>
      <dsp:spPr>
        <a:xfrm>
          <a:off x="5007178" y="164000"/>
          <a:ext cx="1189886" cy="118988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35F98-6D06-4375-95CF-693771D5DCCA}">
      <dsp:nvSpPr>
        <dsp:cNvPr id="0" name=""/>
        <dsp:cNvSpPr/>
      </dsp:nvSpPr>
      <dsp:spPr>
        <a:xfrm>
          <a:off x="5260761" y="417582"/>
          <a:ext cx="682721" cy="6827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302F70-6D66-4333-BEE7-EF23323E07C2}">
      <dsp:nvSpPr>
        <dsp:cNvPr id="0" name=""/>
        <dsp:cNvSpPr/>
      </dsp:nvSpPr>
      <dsp:spPr>
        <a:xfrm>
          <a:off x="4626805" y="1724506"/>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kern="1200"/>
            <a:t>High‑attrition departments</a:t>
          </a:r>
          <a:endParaRPr lang="en-US" sz="1600" kern="1200"/>
        </a:p>
      </dsp:txBody>
      <dsp:txXfrm>
        <a:off x="4626805" y="1724506"/>
        <a:ext cx="1950633" cy="720000"/>
      </dsp:txXfrm>
    </dsp:sp>
    <dsp:sp modelId="{496ADA1C-A6DC-4C2A-B64E-2E02808CB44F}">
      <dsp:nvSpPr>
        <dsp:cNvPr id="0" name=""/>
        <dsp:cNvSpPr/>
      </dsp:nvSpPr>
      <dsp:spPr>
        <a:xfrm>
          <a:off x="423191" y="2932165"/>
          <a:ext cx="1189886" cy="118988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0A3606-9C76-4F94-91BA-E9E1FD2DEFE0}">
      <dsp:nvSpPr>
        <dsp:cNvPr id="0" name=""/>
        <dsp:cNvSpPr/>
      </dsp:nvSpPr>
      <dsp:spPr>
        <a:xfrm>
          <a:off x="676773" y="3185747"/>
          <a:ext cx="682721" cy="6827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BDBB72-220D-44E9-A47D-E2A0A2BD3D3A}">
      <dsp:nvSpPr>
        <dsp:cNvPr id="0" name=""/>
        <dsp:cNvSpPr/>
      </dsp:nvSpPr>
      <dsp:spPr>
        <a:xfrm>
          <a:off x="42817" y="4492671"/>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kern="1200"/>
            <a:t>Attrition by performance level</a:t>
          </a:r>
          <a:endParaRPr lang="en-US" sz="1600" kern="1200"/>
        </a:p>
      </dsp:txBody>
      <dsp:txXfrm>
        <a:off x="42817" y="4492671"/>
        <a:ext cx="1950633" cy="720000"/>
      </dsp:txXfrm>
    </dsp:sp>
    <dsp:sp modelId="{ED7651B4-B6BF-48BA-B088-F7928040F8A1}">
      <dsp:nvSpPr>
        <dsp:cNvPr id="0" name=""/>
        <dsp:cNvSpPr/>
      </dsp:nvSpPr>
      <dsp:spPr>
        <a:xfrm>
          <a:off x="2715184" y="2932165"/>
          <a:ext cx="1189886" cy="118988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992238-70FC-42DB-8C50-CB9ECBA78F63}">
      <dsp:nvSpPr>
        <dsp:cNvPr id="0" name=""/>
        <dsp:cNvSpPr/>
      </dsp:nvSpPr>
      <dsp:spPr>
        <a:xfrm>
          <a:off x="2968767" y="3185747"/>
          <a:ext cx="682721" cy="68272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E2AFF-D25B-4802-A9F1-A813752DED63}">
      <dsp:nvSpPr>
        <dsp:cNvPr id="0" name=""/>
        <dsp:cNvSpPr/>
      </dsp:nvSpPr>
      <dsp:spPr>
        <a:xfrm>
          <a:off x="2334811" y="4492671"/>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kern="1200"/>
            <a:t>Attrition by engagement level</a:t>
          </a:r>
          <a:endParaRPr lang="en-US" sz="1600" kern="1200"/>
        </a:p>
      </dsp:txBody>
      <dsp:txXfrm>
        <a:off x="2334811" y="4492671"/>
        <a:ext cx="1950633" cy="720000"/>
      </dsp:txXfrm>
    </dsp:sp>
    <dsp:sp modelId="{C9FF3EFC-B466-4FD9-A4D6-28D450624A00}">
      <dsp:nvSpPr>
        <dsp:cNvPr id="0" name=""/>
        <dsp:cNvSpPr/>
      </dsp:nvSpPr>
      <dsp:spPr>
        <a:xfrm>
          <a:off x="5007178" y="2932165"/>
          <a:ext cx="1189886" cy="11898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23ECA0-FA4C-48AA-AC45-1BC442AB172E}">
      <dsp:nvSpPr>
        <dsp:cNvPr id="0" name=""/>
        <dsp:cNvSpPr/>
      </dsp:nvSpPr>
      <dsp:spPr>
        <a:xfrm>
          <a:off x="5260761" y="3185747"/>
          <a:ext cx="682721" cy="68272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B1D9C5-C466-4158-81D9-9AD9F2C5D61A}">
      <dsp:nvSpPr>
        <dsp:cNvPr id="0" name=""/>
        <dsp:cNvSpPr/>
      </dsp:nvSpPr>
      <dsp:spPr>
        <a:xfrm>
          <a:off x="4626805" y="4492671"/>
          <a:ext cx="19506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IN" sz="1600" kern="1200"/>
            <a:t>Top reasons for termination</a:t>
          </a:r>
          <a:endParaRPr lang="en-US" sz="1600" kern="1200"/>
        </a:p>
      </dsp:txBody>
      <dsp:txXfrm>
        <a:off x="4626805" y="4492671"/>
        <a:ext cx="1950633"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78564-AB35-40E7-9DE7-FA6021C61182}">
      <dsp:nvSpPr>
        <dsp:cNvPr id="0" name=""/>
        <dsp:cNvSpPr/>
      </dsp:nvSpPr>
      <dsp:spPr>
        <a:xfrm>
          <a:off x="3035096" y="670600"/>
          <a:ext cx="515862" cy="91440"/>
        </a:xfrm>
        <a:custGeom>
          <a:avLst/>
          <a:gdLst/>
          <a:ahLst/>
          <a:cxnLst/>
          <a:rect l="0" t="0" r="0" b="0"/>
          <a:pathLst>
            <a:path>
              <a:moveTo>
                <a:pt x="0" y="45720"/>
              </a:moveTo>
              <a:lnTo>
                <a:pt x="515862"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9366" y="713588"/>
        <a:ext cx="27323" cy="5464"/>
      </dsp:txXfrm>
    </dsp:sp>
    <dsp:sp modelId="{4F334917-BCCA-40C3-90C1-387F61E1C005}">
      <dsp:nvSpPr>
        <dsp:cNvPr id="0" name=""/>
        <dsp:cNvSpPr/>
      </dsp:nvSpPr>
      <dsp:spPr>
        <a:xfrm>
          <a:off x="660975" y="3544"/>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b="1" kern="1200"/>
            <a:t>Business Question:</a:t>
          </a:r>
          <a:r>
            <a:rPr lang="en-IN" sz="1700" kern="1200"/>
            <a:t> How well are employees performing and how engaged are they?</a:t>
          </a:r>
          <a:endParaRPr lang="en-US" sz="1700" kern="1200"/>
        </a:p>
      </dsp:txBody>
      <dsp:txXfrm>
        <a:off x="660975" y="3544"/>
        <a:ext cx="2375921" cy="1425553"/>
      </dsp:txXfrm>
    </dsp:sp>
    <dsp:sp modelId="{33DC3638-E27F-40DB-9C89-AC6D7225B146}">
      <dsp:nvSpPr>
        <dsp:cNvPr id="0" name=""/>
        <dsp:cNvSpPr/>
      </dsp:nvSpPr>
      <dsp:spPr>
        <a:xfrm>
          <a:off x="1848935" y="1427297"/>
          <a:ext cx="2922384" cy="515862"/>
        </a:xfrm>
        <a:custGeom>
          <a:avLst/>
          <a:gdLst/>
          <a:ahLst/>
          <a:cxnLst/>
          <a:rect l="0" t="0" r="0" b="0"/>
          <a:pathLst>
            <a:path>
              <a:moveTo>
                <a:pt x="2922384" y="0"/>
              </a:moveTo>
              <a:lnTo>
                <a:pt x="2922384" y="275031"/>
              </a:lnTo>
              <a:lnTo>
                <a:pt x="0" y="275031"/>
              </a:lnTo>
              <a:lnTo>
                <a:pt x="0" y="515862"/>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35802" y="1682496"/>
        <a:ext cx="148651" cy="5464"/>
      </dsp:txXfrm>
    </dsp:sp>
    <dsp:sp modelId="{A1A90706-8C6F-41EF-AF91-8D59B41FF450}">
      <dsp:nvSpPr>
        <dsp:cNvPr id="0" name=""/>
        <dsp:cNvSpPr/>
      </dsp:nvSpPr>
      <dsp:spPr>
        <a:xfrm>
          <a:off x="3583359" y="3544"/>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kern="1200"/>
            <a:t>Key insights:</a:t>
          </a:r>
          <a:endParaRPr lang="en-US" sz="1700" kern="1200"/>
        </a:p>
      </dsp:txBody>
      <dsp:txXfrm>
        <a:off x="3583359" y="3544"/>
        <a:ext cx="2375921" cy="1425553"/>
      </dsp:txXfrm>
    </dsp:sp>
    <dsp:sp modelId="{80FD26B4-48B0-4273-B216-9D2D8BAED832}">
      <dsp:nvSpPr>
        <dsp:cNvPr id="0" name=""/>
        <dsp:cNvSpPr/>
      </dsp:nvSpPr>
      <dsp:spPr>
        <a:xfrm>
          <a:off x="3035096" y="2642616"/>
          <a:ext cx="515862" cy="91440"/>
        </a:xfrm>
        <a:custGeom>
          <a:avLst/>
          <a:gdLst/>
          <a:ahLst/>
          <a:cxnLst/>
          <a:rect l="0" t="0" r="0" b="0"/>
          <a:pathLst>
            <a:path>
              <a:moveTo>
                <a:pt x="0" y="45720"/>
              </a:moveTo>
              <a:lnTo>
                <a:pt x="515862"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9366" y="2685603"/>
        <a:ext cx="27323" cy="5464"/>
      </dsp:txXfrm>
    </dsp:sp>
    <dsp:sp modelId="{6C92380B-BEF6-4173-BCC9-8CD274CA4AA9}">
      <dsp:nvSpPr>
        <dsp:cNvPr id="0" name=""/>
        <dsp:cNvSpPr/>
      </dsp:nvSpPr>
      <dsp:spPr>
        <a:xfrm>
          <a:off x="660975" y="1975559"/>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kern="1200"/>
            <a:t>Performance score distribution</a:t>
          </a:r>
          <a:endParaRPr lang="en-US" sz="1700" kern="1200"/>
        </a:p>
      </dsp:txBody>
      <dsp:txXfrm>
        <a:off x="660975" y="1975559"/>
        <a:ext cx="2375921" cy="1425553"/>
      </dsp:txXfrm>
    </dsp:sp>
    <dsp:sp modelId="{7088A097-485A-4292-8389-F629F7B368A7}">
      <dsp:nvSpPr>
        <dsp:cNvPr id="0" name=""/>
        <dsp:cNvSpPr/>
      </dsp:nvSpPr>
      <dsp:spPr>
        <a:xfrm>
          <a:off x="1848935" y="3399312"/>
          <a:ext cx="2922384" cy="515862"/>
        </a:xfrm>
        <a:custGeom>
          <a:avLst/>
          <a:gdLst/>
          <a:ahLst/>
          <a:cxnLst/>
          <a:rect l="0" t="0" r="0" b="0"/>
          <a:pathLst>
            <a:path>
              <a:moveTo>
                <a:pt x="2922384" y="0"/>
              </a:moveTo>
              <a:lnTo>
                <a:pt x="2922384" y="275031"/>
              </a:lnTo>
              <a:lnTo>
                <a:pt x="0" y="275031"/>
              </a:lnTo>
              <a:lnTo>
                <a:pt x="0" y="515862"/>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35802" y="3654511"/>
        <a:ext cx="148651" cy="5464"/>
      </dsp:txXfrm>
    </dsp:sp>
    <dsp:sp modelId="{C714514E-6385-480F-B76C-824A0670C378}">
      <dsp:nvSpPr>
        <dsp:cNvPr id="0" name=""/>
        <dsp:cNvSpPr/>
      </dsp:nvSpPr>
      <dsp:spPr>
        <a:xfrm>
          <a:off x="3583359" y="1975559"/>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kern="1200"/>
            <a:t>Relationship between engagement and satisfaction</a:t>
          </a:r>
          <a:endParaRPr lang="en-US" sz="1700" kern="1200"/>
        </a:p>
      </dsp:txBody>
      <dsp:txXfrm>
        <a:off x="3583359" y="1975559"/>
        <a:ext cx="2375921" cy="1425553"/>
      </dsp:txXfrm>
    </dsp:sp>
    <dsp:sp modelId="{5A834C24-1D20-4E17-87DA-808339B50733}">
      <dsp:nvSpPr>
        <dsp:cNvPr id="0" name=""/>
        <dsp:cNvSpPr/>
      </dsp:nvSpPr>
      <dsp:spPr>
        <a:xfrm>
          <a:off x="3035096" y="4614631"/>
          <a:ext cx="515862" cy="91440"/>
        </a:xfrm>
        <a:custGeom>
          <a:avLst/>
          <a:gdLst/>
          <a:ahLst/>
          <a:cxnLst/>
          <a:rect l="0" t="0" r="0" b="0"/>
          <a:pathLst>
            <a:path>
              <a:moveTo>
                <a:pt x="0" y="45720"/>
              </a:moveTo>
              <a:lnTo>
                <a:pt x="515862"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9366" y="4657618"/>
        <a:ext cx="27323" cy="5464"/>
      </dsp:txXfrm>
    </dsp:sp>
    <dsp:sp modelId="{D876F0F7-7C5F-47B5-B844-7F9020BCACEE}">
      <dsp:nvSpPr>
        <dsp:cNvPr id="0" name=""/>
        <dsp:cNvSpPr/>
      </dsp:nvSpPr>
      <dsp:spPr>
        <a:xfrm>
          <a:off x="660975" y="3947574"/>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kern="1200"/>
            <a:t>Identification of at‑risk employee groups</a:t>
          </a:r>
          <a:endParaRPr lang="en-US" sz="1700" kern="1200"/>
        </a:p>
      </dsp:txBody>
      <dsp:txXfrm>
        <a:off x="660975" y="3947574"/>
        <a:ext cx="2375921" cy="1425553"/>
      </dsp:txXfrm>
    </dsp:sp>
    <dsp:sp modelId="{21104F18-B515-431F-8C03-3202A691354D}">
      <dsp:nvSpPr>
        <dsp:cNvPr id="0" name=""/>
        <dsp:cNvSpPr/>
      </dsp:nvSpPr>
      <dsp:spPr>
        <a:xfrm>
          <a:off x="3583359" y="3947574"/>
          <a:ext cx="2375921" cy="1425553"/>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422" tIns="122206" rIns="116422" bIns="122206" numCol="1" spcCol="1270" anchor="ctr" anchorCtr="0">
          <a:noAutofit/>
        </a:bodyPr>
        <a:lstStyle/>
        <a:p>
          <a:pPr marL="0" lvl="0" indent="0" algn="ctr" defTabSz="755650">
            <a:lnSpc>
              <a:spcPct val="90000"/>
            </a:lnSpc>
            <a:spcBef>
              <a:spcPct val="0"/>
            </a:spcBef>
            <a:spcAft>
              <a:spcPct val="35000"/>
            </a:spcAft>
            <a:buNone/>
          </a:pPr>
          <a:r>
            <a:rPr lang="en-IN" sz="1700" kern="1200"/>
            <a:t>Department‑wise engagement and satisfaction comparison</a:t>
          </a:r>
          <a:endParaRPr lang="en-US" sz="1700" kern="1200"/>
        </a:p>
      </dsp:txBody>
      <dsp:txXfrm>
        <a:off x="3583359" y="3947574"/>
        <a:ext cx="2375921" cy="142555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B39D0-32AE-41F3-8507-1B7C471D3EE5}">
      <dsp:nvSpPr>
        <dsp:cNvPr id="0" name=""/>
        <dsp:cNvSpPr/>
      </dsp:nvSpPr>
      <dsp:spPr>
        <a:xfrm>
          <a:off x="0" y="4362"/>
          <a:ext cx="6620255" cy="74040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6C8E8C-4A94-4927-A204-B7144F397F3F}">
      <dsp:nvSpPr>
        <dsp:cNvPr id="0" name=""/>
        <dsp:cNvSpPr/>
      </dsp:nvSpPr>
      <dsp:spPr>
        <a:xfrm>
          <a:off x="223972" y="170954"/>
          <a:ext cx="407223" cy="407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1CCB1F-2ACA-47B4-9F15-EEF90203D9B7}">
      <dsp:nvSpPr>
        <dsp:cNvPr id="0" name=""/>
        <dsp:cNvSpPr/>
      </dsp:nvSpPr>
      <dsp:spPr>
        <a:xfrm>
          <a:off x="855169" y="4362"/>
          <a:ext cx="5764250"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kern="1200"/>
            <a:t>Based on the analysis:</a:t>
          </a:r>
          <a:endParaRPr lang="en-US" sz="1800" kern="1200"/>
        </a:p>
      </dsp:txBody>
      <dsp:txXfrm>
        <a:off x="855169" y="4362"/>
        <a:ext cx="5764250" cy="740406"/>
      </dsp:txXfrm>
    </dsp:sp>
    <dsp:sp modelId="{C9FBBFE3-FA5D-4EC3-8BE9-4702FD95C5B9}">
      <dsp:nvSpPr>
        <dsp:cNvPr id="0" name=""/>
        <dsp:cNvSpPr/>
      </dsp:nvSpPr>
      <dsp:spPr>
        <a:xfrm>
          <a:off x="0" y="929870"/>
          <a:ext cx="6620255" cy="74040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99C298-04B3-4721-9D5B-387CEB0F07AD}">
      <dsp:nvSpPr>
        <dsp:cNvPr id="0" name=""/>
        <dsp:cNvSpPr/>
      </dsp:nvSpPr>
      <dsp:spPr>
        <a:xfrm>
          <a:off x="223972" y="1096462"/>
          <a:ext cx="407223" cy="407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552327-9325-4D78-A77B-E92E6B2B94EE}">
      <dsp:nvSpPr>
        <dsp:cNvPr id="0" name=""/>
        <dsp:cNvSpPr/>
      </dsp:nvSpPr>
      <dsp:spPr>
        <a:xfrm>
          <a:off x="855169" y="929870"/>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b="1" kern="1200"/>
            <a:t>Targeted Retention Strategies</a:t>
          </a:r>
          <a:endParaRPr lang="en-US" sz="1800" kern="1200"/>
        </a:p>
      </dsp:txBody>
      <dsp:txXfrm>
        <a:off x="855169" y="929870"/>
        <a:ext cx="2979115" cy="740406"/>
      </dsp:txXfrm>
    </dsp:sp>
    <dsp:sp modelId="{AF04D5B3-8014-42A1-8631-99D75535BE02}">
      <dsp:nvSpPr>
        <dsp:cNvPr id="0" name=""/>
        <dsp:cNvSpPr/>
      </dsp:nvSpPr>
      <dsp:spPr>
        <a:xfrm>
          <a:off x="3834284" y="929870"/>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IN" sz="1100" kern="1200"/>
            <a:t>Focus on departments with consistently high attrition</a:t>
          </a:r>
          <a:endParaRPr lang="en-US" sz="1100" kern="1200"/>
        </a:p>
        <a:p>
          <a:pPr marL="0" lvl="0" indent="0" algn="l" defTabSz="488950">
            <a:lnSpc>
              <a:spcPct val="90000"/>
            </a:lnSpc>
            <a:spcBef>
              <a:spcPct val="0"/>
            </a:spcBef>
            <a:spcAft>
              <a:spcPct val="35000"/>
            </a:spcAft>
            <a:buNone/>
          </a:pPr>
          <a:r>
            <a:rPr lang="en-IN" sz="1100" kern="1200"/>
            <a:t>Address engagement gaps before they lead to exits</a:t>
          </a:r>
          <a:endParaRPr lang="en-US" sz="1100" kern="1200"/>
        </a:p>
      </dsp:txBody>
      <dsp:txXfrm>
        <a:off x="3834284" y="929870"/>
        <a:ext cx="2785135" cy="740406"/>
      </dsp:txXfrm>
    </dsp:sp>
    <dsp:sp modelId="{3D9EEBD4-D915-40B7-9F2C-5F69E67A5869}">
      <dsp:nvSpPr>
        <dsp:cNvPr id="0" name=""/>
        <dsp:cNvSpPr/>
      </dsp:nvSpPr>
      <dsp:spPr>
        <a:xfrm>
          <a:off x="0" y="1855378"/>
          <a:ext cx="6620255" cy="74040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0912EE-CDA1-4FCE-AFD2-AB14D6303396}">
      <dsp:nvSpPr>
        <dsp:cNvPr id="0" name=""/>
        <dsp:cNvSpPr/>
      </dsp:nvSpPr>
      <dsp:spPr>
        <a:xfrm>
          <a:off x="223972" y="2021970"/>
          <a:ext cx="407223" cy="407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B6BFE3-A501-4104-ABEC-30D1A8B65763}">
      <dsp:nvSpPr>
        <dsp:cNvPr id="0" name=""/>
        <dsp:cNvSpPr/>
      </dsp:nvSpPr>
      <dsp:spPr>
        <a:xfrm>
          <a:off x="855169" y="1855378"/>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b="1" kern="1200"/>
            <a:t>Performance Management Improvements</a:t>
          </a:r>
          <a:endParaRPr lang="en-US" sz="1800" kern="1200"/>
        </a:p>
      </dsp:txBody>
      <dsp:txXfrm>
        <a:off x="855169" y="1855378"/>
        <a:ext cx="2979115" cy="740406"/>
      </dsp:txXfrm>
    </dsp:sp>
    <dsp:sp modelId="{2F227B38-92E5-4F1E-A347-2DDABAE4AA15}">
      <dsp:nvSpPr>
        <dsp:cNvPr id="0" name=""/>
        <dsp:cNvSpPr/>
      </dsp:nvSpPr>
      <dsp:spPr>
        <a:xfrm>
          <a:off x="3834284" y="1855378"/>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IN" sz="1100" kern="1200"/>
            <a:t>Monitor low‑performance and low‑engagement clusters</a:t>
          </a:r>
          <a:endParaRPr lang="en-US" sz="1100" kern="1200"/>
        </a:p>
        <a:p>
          <a:pPr marL="0" lvl="0" indent="0" algn="l" defTabSz="488950">
            <a:lnSpc>
              <a:spcPct val="90000"/>
            </a:lnSpc>
            <a:spcBef>
              <a:spcPct val="0"/>
            </a:spcBef>
            <a:spcAft>
              <a:spcPct val="35000"/>
            </a:spcAft>
            <a:buNone/>
          </a:pPr>
          <a:r>
            <a:rPr lang="en-IN" sz="1100" kern="1200"/>
            <a:t>Use early warning indicators such as absenteeism</a:t>
          </a:r>
          <a:endParaRPr lang="en-US" sz="1100" kern="1200"/>
        </a:p>
      </dsp:txBody>
      <dsp:txXfrm>
        <a:off x="3834284" y="1855378"/>
        <a:ext cx="2785135" cy="740406"/>
      </dsp:txXfrm>
    </dsp:sp>
    <dsp:sp modelId="{BFB27966-65AE-4AB1-9685-05F3785AFA1A}">
      <dsp:nvSpPr>
        <dsp:cNvPr id="0" name=""/>
        <dsp:cNvSpPr/>
      </dsp:nvSpPr>
      <dsp:spPr>
        <a:xfrm>
          <a:off x="0" y="2780886"/>
          <a:ext cx="6620255" cy="74040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09CF2-1D11-425A-A975-9FFC4DFA5779}">
      <dsp:nvSpPr>
        <dsp:cNvPr id="0" name=""/>
        <dsp:cNvSpPr/>
      </dsp:nvSpPr>
      <dsp:spPr>
        <a:xfrm>
          <a:off x="223972" y="2947478"/>
          <a:ext cx="407223" cy="4072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F0ADE5-721D-4A6C-9E29-6F2E4771B3D2}">
      <dsp:nvSpPr>
        <dsp:cNvPr id="0" name=""/>
        <dsp:cNvSpPr/>
      </dsp:nvSpPr>
      <dsp:spPr>
        <a:xfrm>
          <a:off x="855169" y="2780886"/>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b="1" kern="1200"/>
            <a:t>Hiring Optimization</a:t>
          </a:r>
          <a:endParaRPr lang="en-US" sz="1800" kern="1200"/>
        </a:p>
      </dsp:txBody>
      <dsp:txXfrm>
        <a:off x="855169" y="2780886"/>
        <a:ext cx="2979115" cy="740406"/>
      </dsp:txXfrm>
    </dsp:sp>
    <dsp:sp modelId="{4965BC9A-C700-4FA3-991F-21F4909C0C6D}">
      <dsp:nvSpPr>
        <dsp:cNvPr id="0" name=""/>
        <dsp:cNvSpPr/>
      </dsp:nvSpPr>
      <dsp:spPr>
        <a:xfrm>
          <a:off x="3834284" y="2780886"/>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IN" sz="1100" kern="1200"/>
            <a:t>Prioritize recruitment sources associated with lower attrition and higher performance</a:t>
          </a:r>
          <a:endParaRPr lang="en-US" sz="1100" kern="1200"/>
        </a:p>
        <a:p>
          <a:pPr marL="0" lvl="0" indent="0" algn="l" defTabSz="488950">
            <a:lnSpc>
              <a:spcPct val="90000"/>
            </a:lnSpc>
            <a:spcBef>
              <a:spcPct val="0"/>
            </a:spcBef>
            <a:spcAft>
              <a:spcPct val="35000"/>
            </a:spcAft>
            <a:buNone/>
          </a:pPr>
          <a:r>
            <a:rPr lang="en-IN" sz="1100" kern="1200"/>
            <a:t>Reduce dependence on channels producing high turnover</a:t>
          </a:r>
          <a:endParaRPr lang="en-US" sz="1100" kern="1200"/>
        </a:p>
      </dsp:txBody>
      <dsp:txXfrm>
        <a:off x="3834284" y="2780886"/>
        <a:ext cx="2785135" cy="740406"/>
      </dsp:txXfrm>
    </dsp:sp>
    <dsp:sp modelId="{227D9CC2-E2A9-4C74-B0A9-3D9379B33A4A}">
      <dsp:nvSpPr>
        <dsp:cNvPr id="0" name=""/>
        <dsp:cNvSpPr/>
      </dsp:nvSpPr>
      <dsp:spPr>
        <a:xfrm>
          <a:off x="0" y="3706394"/>
          <a:ext cx="6620255" cy="74040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6158FE-9CD4-4CD0-88E9-715329AE1D0F}">
      <dsp:nvSpPr>
        <dsp:cNvPr id="0" name=""/>
        <dsp:cNvSpPr/>
      </dsp:nvSpPr>
      <dsp:spPr>
        <a:xfrm>
          <a:off x="223972" y="3872986"/>
          <a:ext cx="407223" cy="4072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F3B0C5-B93A-4D27-95AF-9ABFEE65CFC5}">
      <dsp:nvSpPr>
        <dsp:cNvPr id="0" name=""/>
        <dsp:cNvSpPr/>
      </dsp:nvSpPr>
      <dsp:spPr>
        <a:xfrm>
          <a:off x="855169" y="3706394"/>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b="1" kern="1200"/>
            <a:t>Diversity &amp; Workforce Planning</a:t>
          </a:r>
          <a:endParaRPr lang="en-US" sz="1800" kern="1200"/>
        </a:p>
      </dsp:txBody>
      <dsp:txXfrm>
        <a:off x="855169" y="3706394"/>
        <a:ext cx="2979115" cy="740406"/>
      </dsp:txXfrm>
    </dsp:sp>
    <dsp:sp modelId="{87BD50BC-4181-4C4E-9461-4550CEB5D036}">
      <dsp:nvSpPr>
        <dsp:cNvPr id="0" name=""/>
        <dsp:cNvSpPr/>
      </dsp:nvSpPr>
      <dsp:spPr>
        <a:xfrm>
          <a:off x="3834284" y="3706394"/>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IN" sz="1100" kern="1200"/>
            <a:t>Use demographic insights to support inclusive workforce planning</a:t>
          </a:r>
          <a:endParaRPr lang="en-US" sz="1100" kern="1200"/>
        </a:p>
      </dsp:txBody>
      <dsp:txXfrm>
        <a:off x="3834284" y="3706394"/>
        <a:ext cx="2785135" cy="740406"/>
      </dsp:txXfrm>
    </dsp:sp>
    <dsp:sp modelId="{B17CB506-0A63-46AE-BDE0-9ABA490A8CA2}">
      <dsp:nvSpPr>
        <dsp:cNvPr id="0" name=""/>
        <dsp:cNvSpPr/>
      </dsp:nvSpPr>
      <dsp:spPr>
        <a:xfrm>
          <a:off x="0" y="4631902"/>
          <a:ext cx="6620255" cy="74040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E9E873-3B1D-4391-8FD6-4803B602B878}">
      <dsp:nvSpPr>
        <dsp:cNvPr id="0" name=""/>
        <dsp:cNvSpPr/>
      </dsp:nvSpPr>
      <dsp:spPr>
        <a:xfrm>
          <a:off x="223972" y="4798494"/>
          <a:ext cx="407223" cy="40722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F6868F-1E7C-431E-93DA-E03D8EBD2D2C}">
      <dsp:nvSpPr>
        <dsp:cNvPr id="0" name=""/>
        <dsp:cNvSpPr/>
      </dsp:nvSpPr>
      <dsp:spPr>
        <a:xfrm>
          <a:off x="855169" y="4631902"/>
          <a:ext cx="5764250"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00100">
            <a:lnSpc>
              <a:spcPct val="90000"/>
            </a:lnSpc>
            <a:spcBef>
              <a:spcPct val="0"/>
            </a:spcBef>
            <a:spcAft>
              <a:spcPct val="35000"/>
            </a:spcAft>
            <a:buNone/>
          </a:pPr>
          <a:r>
            <a:rPr lang="en-IN" sz="1800" kern="1200"/>
            <a:t>Align hiring with long‑term organizational needs</a:t>
          </a:r>
          <a:endParaRPr lang="en-US" sz="1800" kern="1200"/>
        </a:p>
      </dsp:txBody>
      <dsp:txXfrm>
        <a:off x="855169" y="4631902"/>
        <a:ext cx="5764250" cy="7404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06FB0A-EA80-4117-A02A-0DD1705AD2E7}">
      <dsp:nvSpPr>
        <dsp:cNvPr id="0" name=""/>
        <dsp:cNvSpPr/>
      </dsp:nvSpPr>
      <dsp:spPr>
        <a:xfrm>
          <a:off x="838189" y="828827"/>
          <a:ext cx="1073128" cy="10731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00CE6A-07FB-4A58-AA2E-CE88C2376732}">
      <dsp:nvSpPr>
        <dsp:cNvPr id="0" name=""/>
        <dsp:cNvSpPr/>
      </dsp:nvSpPr>
      <dsp:spPr>
        <a:xfrm>
          <a:off x="182388" y="2218500"/>
          <a:ext cx="23847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IN" sz="1500" kern="1200"/>
            <a:t>Predictive attrition modeling using machine learning</a:t>
          </a:r>
          <a:endParaRPr lang="en-US" sz="1500" kern="1200"/>
        </a:p>
      </dsp:txBody>
      <dsp:txXfrm>
        <a:off x="182388" y="2218500"/>
        <a:ext cx="2384730" cy="720000"/>
      </dsp:txXfrm>
    </dsp:sp>
    <dsp:sp modelId="{8FD37CD6-3228-43D5-8354-80EACFE5A1E7}">
      <dsp:nvSpPr>
        <dsp:cNvPr id="0" name=""/>
        <dsp:cNvSpPr/>
      </dsp:nvSpPr>
      <dsp:spPr>
        <a:xfrm>
          <a:off x="3640246" y="828827"/>
          <a:ext cx="1073128" cy="10731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874397-2EF2-4A2A-AA9E-1561314319F0}">
      <dsp:nvSpPr>
        <dsp:cNvPr id="0" name=""/>
        <dsp:cNvSpPr/>
      </dsp:nvSpPr>
      <dsp:spPr>
        <a:xfrm>
          <a:off x="2984446" y="2218500"/>
          <a:ext cx="23847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IN" sz="1500" kern="1200"/>
            <a:t>Employee‑level risk scoring</a:t>
          </a:r>
          <a:endParaRPr lang="en-US" sz="1500" kern="1200"/>
        </a:p>
      </dsp:txBody>
      <dsp:txXfrm>
        <a:off x="2984446" y="2218500"/>
        <a:ext cx="2384730" cy="720000"/>
      </dsp:txXfrm>
    </dsp:sp>
    <dsp:sp modelId="{F1E59138-D966-43EB-AE6A-53E703828552}">
      <dsp:nvSpPr>
        <dsp:cNvPr id="0" name=""/>
        <dsp:cNvSpPr/>
      </dsp:nvSpPr>
      <dsp:spPr>
        <a:xfrm>
          <a:off x="6442304" y="828827"/>
          <a:ext cx="1073128" cy="10731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895290-26F9-4AE8-9188-EACBD4BEB874}">
      <dsp:nvSpPr>
        <dsp:cNvPr id="0" name=""/>
        <dsp:cNvSpPr/>
      </dsp:nvSpPr>
      <dsp:spPr>
        <a:xfrm>
          <a:off x="5786503" y="2218500"/>
          <a:ext cx="23847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IN" sz="1500" kern="1200"/>
            <a:t>Automated data refresh and scheduled reporting</a:t>
          </a:r>
          <a:endParaRPr lang="en-US" sz="1500" kern="1200"/>
        </a:p>
      </dsp:txBody>
      <dsp:txXfrm>
        <a:off x="5786503" y="2218500"/>
        <a:ext cx="2384730" cy="720000"/>
      </dsp:txXfrm>
    </dsp:sp>
    <dsp:sp modelId="{DC6C38D8-6336-43DF-BB92-9149CD33DC8D}">
      <dsp:nvSpPr>
        <dsp:cNvPr id="0" name=""/>
        <dsp:cNvSpPr/>
      </dsp:nvSpPr>
      <dsp:spPr>
        <a:xfrm>
          <a:off x="9244362" y="828827"/>
          <a:ext cx="1073128" cy="10731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377C7B-88AD-42D3-9B9C-A9A8AF23D717}">
      <dsp:nvSpPr>
        <dsp:cNvPr id="0" name=""/>
        <dsp:cNvSpPr/>
      </dsp:nvSpPr>
      <dsp:spPr>
        <a:xfrm>
          <a:off x="8588561" y="2218500"/>
          <a:ext cx="23847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IN" sz="1500" kern="1200"/>
            <a:t>Integration with payroll and performance management systems</a:t>
          </a:r>
          <a:endParaRPr lang="en-US" sz="1500" kern="1200"/>
        </a:p>
      </dsp:txBody>
      <dsp:txXfrm>
        <a:off x="8588561" y="2218500"/>
        <a:ext cx="238473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5301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5468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1836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94582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3393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2359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44565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77726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6157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4073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8155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1/30/2026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70893091"/>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73AF435-44C8-C44B-9352-ACFA393E2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065236-3A2F-F048-5A16-0D540E8FBE14}"/>
              </a:ext>
            </a:extLst>
          </p:cNvPr>
          <p:cNvSpPr>
            <a:spLocks noGrp="1"/>
          </p:cNvSpPr>
          <p:nvPr>
            <p:ph type="ctrTitle"/>
          </p:nvPr>
        </p:nvSpPr>
        <p:spPr>
          <a:xfrm>
            <a:off x="7324846" y="978407"/>
            <a:ext cx="4358503" cy="3137941"/>
          </a:xfrm>
        </p:spPr>
        <p:txBody>
          <a:bodyPr anchor="t">
            <a:normAutofit/>
          </a:bodyPr>
          <a:lstStyle/>
          <a:p>
            <a:pPr>
              <a:lnSpc>
                <a:spcPct val="90000"/>
              </a:lnSpc>
            </a:pPr>
            <a:r>
              <a:rPr lang="en-IN" sz="3300" b="1" dirty="0"/>
              <a:t>HR Analytics Project Report</a:t>
            </a:r>
            <a:br>
              <a:rPr lang="en-IN" sz="3300" dirty="0"/>
            </a:br>
            <a:r>
              <a:rPr lang="en-IN" sz="3300" b="1" dirty="0"/>
              <a:t>Workforce Stability &amp; Performance Analysis</a:t>
            </a:r>
            <a:br>
              <a:rPr lang="en-IN" sz="3300" dirty="0"/>
            </a:br>
            <a:endParaRPr lang="en-IN" sz="3300" dirty="0"/>
          </a:p>
        </p:txBody>
      </p:sp>
      <p:sp>
        <p:nvSpPr>
          <p:cNvPr id="3" name="Subtitle 2">
            <a:extLst>
              <a:ext uri="{FF2B5EF4-FFF2-40B4-BE49-F238E27FC236}">
                <a16:creationId xmlns:a16="http://schemas.microsoft.com/office/drawing/2014/main" id="{CB1F449E-5D06-D40B-B72C-4933D27CF881}"/>
              </a:ext>
            </a:extLst>
          </p:cNvPr>
          <p:cNvSpPr>
            <a:spLocks noGrp="1"/>
          </p:cNvSpPr>
          <p:nvPr>
            <p:ph type="subTitle" idx="1"/>
          </p:nvPr>
        </p:nvSpPr>
        <p:spPr>
          <a:xfrm>
            <a:off x="7346379" y="3793963"/>
            <a:ext cx="4358503" cy="2601584"/>
          </a:xfrm>
        </p:spPr>
        <p:txBody>
          <a:bodyPr anchor="b">
            <a:normAutofit/>
          </a:bodyPr>
          <a:lstStyle/>
          <a:p>
            <a:pPr>
              <a:lnSpc>
                <a:spcPct val="100000"/>
              </a:lnSpc>
            </a:pPr>
            <a:r>
              <a:rPr lang="en-IN" sz="1600" b="1" dirty="0"/>
              <a:t>1. Executive Summary</a:t>
            </a:r>
            <a:endParaRPr lang="en-IN" sz="1600" dirty="0"/>
          </a:p>
          <a:p>
            <a:pPr>
              <a:lnSpc>
                <a:spcPct val="100000"/>
              </a:lnSpc>
            </a:pPr>
            <a:r>
              <a:rPr lang="en-IN" sz="1400" dirty="0"/>
              <a:t>This project focuses on </a:t>
            </a:r>
            <a:r>
              <a:rPr lang="en-IN" sz="1400" dirty="0" err="1"/>
              <a:t>analyzing</a:t>
            </a:r>
            <a:r>
              <a:rPr lang="en-IN" sz="1400" dirty="0"/>
              <a:t> workforce data to understand employee attrition, engagement, and performance across the organization. The objective was to create a structured, end‑to‑end HR analytics solution—starting from raw data, cleaning and transformation, database storage, and finally interactive dashboards in Power BI. The outcome is a decision‑ready HR Analytics Dashboard that helps leadership identify workforce risks, performance gaps, and hiring effectiveness</a:t>
            </a:r>
            <a:r>
              <a:rPr lang="en-IN" sz="900" dirty="0"/>
              <a:t>.</a:t>
            </a:r>
          </a:p>
          <a:p>
            <a:pPr>
              <a:lnSpc>
                <a:spcPct val="100000"/>
              </a:lnSpc>
            </a:pPr>
            <a:endParaRPr lang="en-IN" sz="900" dirty="0"/>
          </a:p>
        </p:txBody>
      </p:sp>
      <p:pic>
        <p:nvPicPr>
          <p:cNvPr id="4" name="Picture 3">
            <a:extLst>
              <a:ext uri="{FF2B5EF4-FFF2-40B4-BE49-F238E27FC236}">
                <a16:creationId xmlns:a16="http://schemas.microsoft.com/office/drawing/2014/main" id="{E6E1DC74-90D1-8FA3-1D3B-01E2BA3BA3D2}"/>
              </a:ext>
            </a:extLst>
          </p:cNvPr>
          <p:cNvPicPr>
            <a:picLocks noChangeAspect="1"/>
          </p:cNvPicPr>
          <p:nvPr/>
        </p:nvPicPr>
        <p:blipFill>
          <a:blip r:embed="rId2"/>
          <a:srcRect l="11947" r="-2" b="-2"/>
          <a:stretch>
            <a:fillRect/>
          </a:stretch>
        </p:blipFill>
        <p:spPr>
          <a:xfrm>
            <a:off x="535521" y="508090"/>
            <a:ext cx="6323740" cy="5745379"/>
          </a:xfrm>
          <a:prstGeom prst="rect">
            <a:avLst/>
          </a:prstGeom>
        </p:spPr>
      </p:pic>
      <p:sp>
        <p:nvSpPr>
          <p:cNvPr id="38" name="Freeform: Shape 37">
            <a:extLst>
              <a:ext uri="{FF2B5EF4-FFF2-40B4-BE49-F238E27FC236}">
                <a16:creationId xmlns:a16="http://schemas.microsoft.com/office/drawing/2014/main" id="{288058DF-7580-C88F-23F0-429412309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67912" y="508090"/>
            <a:ext cx="4288568" cy="149279"/>
          </a:xfrm>
          <a:custGeom>
            <a:avLst/>
            <a:gdLst>
              <a:gd name="connsiteX0" fmla="*/ 0 w 6117427"/>
              <a:gd name="connsiteY0" fmla="*/ 0 h 149279"/>
              <a:gd name="connsiteX1" fmla="*/ 6117427 w 6117427"/>
              <a:gd name="connsiteY1" fmla="*/ 0 h 149279"/>
              <a:gd name="connsiteX2" fmla="*/ 6117427 w 6117427"/>
              <a:gd name="connsiteY2" fmla="*/ 149279 h 149279"/>
              <a:gd name="connsiteX3" fmla="*/ 0 w 611742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117427" h="149279">
                <a:moveTo>
                  <a:pt x="0" y="0"/>
                </a:moveTo>
                <a:lnTo>
                  <a:pt x="6117427" y="0"/>
                </a:lnTo>
                <a:lnTo>
                  <a:pt x="611742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3F82943-4565-9E0E-E9DB-5B7B417E6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75944" y="6207749"/>
            <a:ext cx="4307405" cy="45720"/>
          </a:xfrm>
          <a:custGeom>
            <a:avLst/>
            <a:gdLst>
              <a:gd name="connsiteX0" fmla="*/ 0 w 6144298"/>
              <a:gd name="connsiteY0" fmla="*/ 0 h 45720"/>
              <a:gd name="connsiteX1" fmla="*/ 5021183 w 6144298"/>
              <a:gd name="connsiteY1" fmla="*/ 0 h 45720"/>
              <a:gd name="connsiteX2" fmla="*/ 5021183 w 6144298"/>
              <a:gd name="connsiteY2" fmla="*/ 1 h 45720"/>
              <a:gd name="connsiteX3" fmla="*/ 6144298 w 6144298"/>
              <a:gd name="connsiteY3" fmla="*/ 1 h 45720"/>
              <a:gd name="connsiteX4" fmla="*/ 6144298 w 6144298"/>
              <a:gd name="connsiteY4" fmla="*/ 45720 h 45720"/>
              <a:gd name="connsiteX5" fmla="*/ 1123115 w 6144298"/>
              <a:gd name="connsiteY5" fmla="*/ 45720 h 45720"/>
              <a:gd name="connsiteX6" fmla="*/ 1123115 w 6144298"/>
              <a:gd name="connsiteY6" fmla="*/ 45719 h 45720"/>
              <a:gd name="connsiteX7" fmla="*/ 0 w 6144298"/>
              <a:gd name="connsiteY7" fmla="*/ 45719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298" h="45720">
                <a:moveTo>
                  <a:pt x="0" y="0"/>
                </a:moveTo>
                <a:lnTo>
                  <a:pt x="5021183" y="0"/>
                </a:lnTo>
                <a:lnTo>
                  <a:pt x="5021183" y="1"/>
                </a:lnTo>
                <a:lnTo>
                  <a:pt x="6144298" y="1"/>
                </a:lnTo>
                <a:lnTo>
                  <a:pt x="6144298" y="45720"/>
                </a:lnTo>
                <a:lnTo>
                  <a:pt x="1123115" y="45720"/>
                </a:lnTo>
                <a:lnTo>
                  <a:pt x="112311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6221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AAD3E9-FA6B-B5A2-5A9B-53E5A3C0E38B}"/>
              </a:ext>
            </a:extLst>
          </p:cNvPr>
          <p:cNvSpPr>
            <a:spLocks noGrp="1"/>
          </p:cNvSpPr>
          <p:nvPr>
            <p:ph type="title"/>
          </p:nvPr>
        </p:nvSpPr>
        <p:spPr>
          <a:xfrm>
            <a:off x="521208" y="978408"/>
            <a:ext cx="4032504" cy="3364992"/>
          </a:xfrm>
        </p:spPr>
        <p:txBody>
          <a:bodyPr>
            <a:normAutofit/>
          </a:bodyPr>
          <a:lstStyle/>
          <a:p>
            <a:pPr>
              <a:lnSpc>
                <a:spcPct val="90000"/>
              </a:lnSpc>
            </a:pPr>
            <a:r>
              <a:rPr lang="en-IN"/>
              <a:t>2. Business Context</a:t>
            </a:r>
            <a:br>
              <a:rPr lang="en-IN"/>
            </a:br>
            <a:r>
              <a:rPr lang="en-IN"/>
              <a:t>2.1 Business Problem</a:t>
            </a:r>
            <a:br>
              <a:rPr lang="en-IN"/>
            </a:br>
            <a:endParaRPr lang="en-IN"/>
          </a:p>
        </p:txBody>
      </p:sp>
      <p:sp>
        <p:nvSpPr>
          <p:cNvPr id="16" name="Rectangle 15">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E66A231E-1963-A922-6E26-5220AA5EF357}"/>
              </a:ext>
            </a:extLst>
          </p:cNvPr>
          <p:cNvGraphicFramePr>
            <a:graphicFrameLocks noGrp="1"/>
          </p:cNvGraphicFramePr>
          <p:nvPr>
            <p:ph idx="1"/>
            <p:extLst>
              <p:ext uri="{D42A27DB-BD31-4B8C-83A1-F6EECF244321}">
                <p14:modId xmlns:p14="http://schemas.microsoft.com/office/powerpoint/2010/main" val="1852852964"/>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7170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B3DF9A6-73A0-0E2E-5618-3BD976AFE70A}"/>
              </a:ext>
            </a:extLst>
          </p:cNvPr>
          <p:cNvSpPr>
            <a:spLocks noGrp="1"/>
          </p:cNvSpPr>
          <p:nvPr>
            <p:ph type="title"/>
          </p:nvPr>
        </p:nvSpPr>
        <p:spPr>
          <a:xfrm>
            <a:off x="950976" y="2240280"/>
            <a:ext cx="4389120" cy="2468880"/>
          </a:xfrm>
        </p:spPr>
        <p:txBody>
          <a:bodyPr>
            <a:normAutofit/>
          </a:bodyPr>
          <a:lstStyle/>
          <a:p>
            <a:r>
              <a:rPr lang="en-IN"/>
              <a:t>2.2 Business Goal</a:t>
            </a:r>
            <a:br>
              <a:rPr lang="en-IN"/>
            </a:br>
            <a:endParaRPr lang="en-IN"/>
          </a:p>
        </p:txBody>
      </p:sp>
      <p:sp>
        <p:nvSpPr>
          <p:cNvPr id="3" name="Content Placeholder 2">
            <a:extLst>
              <a:ext uri="{FF2B5EF4-FFF2-40B4-BE49-F238E27FC236}">
                <a16:creationId xmlns:a16="http://schemas.microsoft.com/office/drawing/2014/main" id="{BB7969EB-AC79-4503-E2F7-05D2E02BD59E}"/>
              </a:ext>
            </a:extLst>
          </p:cNvPr>
          <p:cNvSpPr>
            <a:spLocks noGrp="1"/>
          </p:cNvSpPr>
          <p:nvPr>
            <p:ph idx="1"/>
          </p:nvPr>
        </p:nvSpPr>
        <p:spPr>
          <a:xfrm>
            <a:off x="5870448" y="2331720"/>
            <a:ext cx="5266944" cy="3447288"/>
          </a:xfrm>
        </p:spPr>
        <p:txBody>
          <a:bodyPr>
            <a:normAutofit/>
          </a:bodyPr>
          <a:lstStyle/>
          <a:p>
            <a:pPr marL="0" indent="0">
              <a:buNone/>
            </a:pPr>
            <a:r>
              <a:rPr lang="en-IN" dirty="0"/>
              <a:t>To improve workforce stability and performance by identifying the key drivers of employee attrition, engagement, and performance across departments and roles.</a:t>
            </a:r>
            <a:br>
              <a:rPr lang="en-IN" dirty="0"/>
            </a:br>
            <a:endParaRPr lang="en-IN" dirty="0"/>
          </a:p>
        </p:txBody>
      </p:sp>
    </p:spTree>
    <p:extLst>
      <p:ext uri="{BB962C8B-B14F-4D97-AF65-F5344CB8AC3E}">
        <p14:creationId xmlns:p14="http://schemas.microsoft.com/office/powerpoint/2010/main" val="246801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A3B297-9683-4E38-89FA-062C53E13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A8D00A-07CD-9C97-4A5C-EB930E892EA0}"/>
              </a:ext>
            </a:extLst>
          </p:cNvPr>
          <p:cNvSpPr>
            <a:spLocks noGrp="1"/>
          </p:cNvSpPr>
          <p:nvPr>
            <p:ph type="title"/>
          </p:nvPr>
        </p:nvSpPr>
        <p:spPr>
          <a:xfrm>
            <a:off x="521208" y="978408"/>
            <a:ext cx="8686800" cy="1463040"/>
          </a:xfrm>
        </p:spPr>
        <p:txBody>
          <a:bodyPr>
            <a:normAutofit/>
          </a:bodyPr>
          <a:lstStyle/>
          <a:p>
            <a:pPr>
              <a:lnSpc>
                <a:spcPct val="90000"/>
              </a:lnSpc>
            </a:pPr>
            <a:r>
              <a:rPr lang="en-IN" sz="3100"/>
              <a:t>2.3 Project Objectives</a:t>
            </a:r>
            <a:br>
              <a:rPr lang="en-IN" sz="3100"/>
            </a:br>
            <a:br>
              <a:rPr lang="en-IN" sz="3100"/>
            </a:br>
            <a:endParaRPr lang="en-IN" sz="3100"/>
          </a:p>
        </p:txBody>
      </p:sp>
      <p:sp>
        <p:nvSpPr>
          <p:cNvPr id="11" name="Rectangle 10">
            <a:extLst>
              <a:ext uri="{FF2B5EF4-FFF2-40B4-BE49-F238E27FC236}">
                <a16:creationId xmlns:a16="http://schemas.microsoft.com/office/drawing/2014/main" id="{4BF74692-AE31-4A00-B5F9-994E8D519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165BF7B-BE32-9599-265F-BD403C83062B}"/>
              </a:ext>
            </a:extLst>
          </p:cNvPr>
          <p:cNvGraphicFramePr>
            <a:graphicFrameLocks noGrp="1"/>
          </p:cNvGraphicFramePr>
          <p:nvPr>
            <p:ph idx="1"/>
            <p:extLst>
              <p:ext uri="{D42A27DB-BD31-4B8C-83A1-F6EECF244321}">
                <p14:modId xmlns:p14="http://schemas.microsoft.com/office/powerpoint/2010/main" val="2745067086"/>
              </p:ext>
            </p:extLst>
          </p:nvPr>
        </p:nvGraphicFramePr>
        <p:xfrm>
          <a:off x="520700" y="2578100"/>
          <a:ext cx="868680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0066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3200F-7829-5043-F361-850DABFBB6F7}"/>
              </a:ext>
            </a:extLst>
          </p:cNvPr>
          <p:cNvSpPr>
            <a:spLocks noGrp="1"/>
          </p:cNvSpPr>
          <p:nvPr>
            <p:ph type="title"/>
          </p:nvPr>
        </p:nvSpPr>
        <p:spPr>
          <a:xfrm>
            <a:off x="521208" y="978408"/>
            <a:ext cx="3154680" cy="4069080"/>
          </a:xfrm>
        </p:spPr>
        <p:txBody>
          <a:bodyPr>
            <a:normAutofit/>
          </a:bodyPr>
          <a:lstStyle/>
          <a:p>
            <a:r>
              <a:rPr lang="en-IN" sz="4000"/>
              <a:t>3. Dataset Overview</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454E083-E796-296B-270E-2C9B24836E91}"/>
              </a:ext>
            </a:extLst>
          </p:cNvPr>
          <p:cNvGraphicFramePr>
            <a:graphicFrameLocks noGrp="1"/>
          </p:cNvGraphicFramePr>
          <p:nvPr>
            <p:ph idx="1"/>
            <p:extLst>
              <p:ext uri="{D42A27DB-BD31-4B8C-83A1-F6EECF244321}">
                <p14:modId xmlns:p14="http://schemas.microsoft.com/office/powerpoint/2010/main" val="2065632273"/>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864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D62A72-D7F1-2C94-E040-433F66C1307A}"/>
              </a:ext>
            </a:extLst>
          </p:cNvPr>
          <p:cNvSpPr>
            <a:spLocks noGrp="1"/>
          </p:cNvSpPr>
          <p:nvPr>
            <p:ph type="title"/>
          </p:nvPr>
        </p:nvSpPr>
        <p:spPr>
          <a:xfrm>
            <a:off x="521208" y="978408"/>
            <a:ext cx="3154680" cy="4069080"/>
          </a:xfrm>
        </p:spPr>
        <p:txBody>
          <a:bodyPr>
            <a:normAutofit/>
          </a:bodyPr>
          <a:lstStyle/>
          <a:p>
            <a:r>
              <a:rPr lang="en-IN" sz="4000"/>
              <a:t>4. Data Analysis Pipeline</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A33D4BA-6359-55ED-EFAC-5A2A13E18B9E}"/>
              </a:ext>
            </a:extLst>
          </p:cNvPr>
          <p:cNvGraphicFramePr>
            <a:graphicFrameLocks noGrp="1"/>
          </p:cNvGraphicFramePr>
          <p:nvPr>
            <p:ph idx="1"/>
            <p:extLst>
              <p:ext uri="{D42A27DB-BD31-4B8C-83A1-F6EECF244321}">
                <p14:modId xmlns:p14="http://schemas.microsoft.com/office/powerpoint/2010/main" val="105505225"/>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54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CB5A7D-9C74-72E4-AC33-856A09DBA6BB}"/>
              </a:ext>
            </a:extLst>
          </p:cNvPr>
          <p:cNvSpPr>
            <a:spLocks noGrp="1"/>
          </p:cNvSpPr>
          <p:nvPr>
            <p:ph type="title"/>
          </p:nvPr>
        </p:nvSpPr>
        <p:spPr>
          <a:xfrm>
            <a:off x="521208" y="978408"/>
            <a:ext cx="4032504" cy="3364992"/>
          </a:xfrm>
        </p:spPr>
        <p:txBody>
          <a:bodyPr>
            <a:normAutofit/>
          </a:bodyPr>
          <a:lstStyle/>
          <a:p>
            <a:pPr>
              <a:lnSpc>
                <a:spcPct val="90000"/>
              </a:lnSpc>
            </a:pPr>
            <a:r>
              <a:rPr lang="en-IN"/>
              <a:t>5. Data Cleaning &amp; Preparation (Python)</a:t>
            </a:r>
            <a:br>
              <a:rPr lang="en-IN"/>
            </a:br>
            <a:endParaRPr lang="en-IN"/>
          </a:p>
        </p:txBody>
      </p:sp>
      <p:sp>
        <p:nvSpPr>
          <p:cNvPr id="16" name="Rectangle 15">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A50A189-E674-B6AA-7D91-B9BF7FED03DE}"/>
              </a:ext>
            </a:extLst>
          </p:cNvPr>
          <p:cNvGraphicFramePr>
            <a:graphicFrameLocks noGrp="1"/>
          </p:cNvGraphicFramePr>
          <p:nvPr>
            <p:ph idx="1"/>
            <p:extLst>
              <p:ext uri="{D42A27DB-BD31-4B8C-83A1-F6EECF244321}">
                <p14:modId xmlns:p14="http://schemas.microsoft.com/office/powerpoint/2010/main" val="279180637"/>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804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3676A7-05B0-B0DC-4BD2-121E28F89FAA}"/>
              </a:ext>
            </a:extLst>
          </p:cNvPr>
          <p:cNvSpPr>
            <a:spLocks noGrp="1"/>
          </p:cNvSpPr>
          <p:nvPr>
            <p:ph type="title"/>
          </p:nvPr>
        </p:nvSpPr>
        <p:spPr>
          <a:xfrm>
            <a:off x="521208" y="978408"/>
            <a:ext cx="4032504" cy="3364992"/>
          </a:xfrm>
        </p:spPr>
        <p:txBody>
          <a:bodyPr>
            <a:normAutofit/>
          </a:bodyPr>
          <a:lstStyle/>
          <a:p>
            <a:r>
              <a:rPr lang="en-IN" dirty="0"/>
              <a:t>5.2 Feature Engineering</a:t>
            </a:r>
            <a:br>
              <a:rPr lang="en-IN" dirty="0"/>
            </a:br>
            <a:endParaRPr lang="en-IN" dirty="0"/>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0535869-C783-A3A4-B278-6180732E8A38}"/>
              </a:ext>
            </a:extLst>
          </p:cNvPr>
          <p:cNvGraphicFramePr>
            <a:graphicFrameLocks noGrp="1"/>
          </p:cNvGraphicFramePr>
          <p:nvPr>
            <p:ph idx="1"/>
            <p:extLst>
              <p:ext uri="{D42A27DB-BD31-4B8C-83A1-F6EECF244321}">
                <p14:modId xmlns:p14="http://schemas.microsoft.com/office/powerpoint/2010/main" val="912819123"/>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8305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039F4D-D450-BE09-E280-259FB3595CA2}"/>
              </a:ext>
            </a:extLst>
          </p:cNvPr>
          <p:cNvSpPr>
            <a:spLocks noGrp="1"/>
          </p:cNvSpPr>
          <p:nvPr>
            <p:ph type="title"/>
          </p:nvPr>
        </p:nvSpPr>
        <p:spPr>
          <a:xfrm>
            <a:off x="521208" y="978408"/>
            <a:ext cx="3154680" cy="4069080"/>
          </a:xfrm>
        </p:spPr>
        <p:txBody>
          <a:bodyPr>
            <a:normAutofit/>
          </a:bodyPr>
          <a:lstStyle/>
          <a:p>
            <a:r>
              <a:rPr lang="en-IN" sz="4000"/>
              <a:t>5.3 Date Handling</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7FE7726-26C6-48ED-DADC-C43ACC304923}"/>
              </a:ext>
            </a:extLst>
          </p:cNvPr>
          <p:cNvGraphicFramePr>
            <a:graphicFrameLocks noGrp="1"/>
          </p:cNvGraphicFramePr>
          <p:nvPr>
            <p:ph idx="1"/>
            <p:extLst>
              <p:ext uri="{D42A27DB-BD31-4B8C-83A1-F6EECF244321}">
                <p14:modId xmlns:p14="http://schemas.microsoft.com/office/powerpoint/2010/main" val="1121716048"/>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055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598918-8852-B24F-01D5-4CAD6D9D4C2A}"/>
              </a:ext>
            </a:extLst>
          </p:cNvPr>
          <p:cNvSpPr>
            <a:spLocks noGrp="1"/>
          </p:cNvSpPr>
          <p:nvPr>
            <p:ph type="title"/>
          </p:nvPr>
        </p:nvSpPr>
        <p:spPr>
          <a:xfrm>
            <a:off x="521208" y="978408"/>
            <a:ext cx="3154680" cy="4069080"/>
          </a:xfrm>
        </p:spPr>
        <p:txBody>
          <a:bodyPr>
            <a:normAutofit/>
          </a:bodyPr>
          <a:lstStyle/>
          <a:p>
            <a:r>
              <a:rPr lang="en-IN" sz="4000"/>
              <a:t>5.4 Export</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8C1D5E6-6BF0-34B9-71A0-EFB2AC2ECBCB}"/>
              </a:ext>
            </a:extLst>
          </p:cNvPr>
          <p:cNvGraphicFramePr>
            <a:graphicFrameLocks noGrp="1"/>
          </p:cNvGraphicFramePr>
          <p:nvPr>
            <p:ph idx="1"/>
            <p:extLst>
              <p:ext uri="{D42A27DB-BD31-4B8C-83A1-F6EECF244321}">
                <p14:modId xmlns:p14="http://schemas.microsoft.com/office/powerpoint/2010/main" val="492116229"/>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9415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EBA15-E758-60E2-7796-26539C7A445E}"/>
              </a:ext>
            </a:extLst>
          </p:cNvPr>
          <p:cNvSpPr>
            <a:spLocks noGrp="1"/>
          </p:cNvSpPr>
          <p:nvPr>
            <p:ph type="title"/>
          </p:nvPr>
        </p:nvSpPr>
        <p:spPr>
          <a:xfrm>
            <a:off x="521208" y="978408"/>
            <a:ext cx="8732520" cy="1463040"/>
          </a:xfrm>
        </p:spPr>
        <p:txBody>
          <a:bodyPr>
            <a:normAutofit/>
          </a:bodyPr>
          <a:lstStyle/>
          <a:p>
            <a:r>
              <a:rPr lang="en-IN"/>
              <a:t>6. Database Layer (MySQL)</a:t>
            </a:r>
            <a:br>
              <a:rPr lang="en-IN"/>
            </a:br>
            <a:endParaRPr lang="en-IN" dirty="0"/>
          </a:p>
        </p:txBody>
      </p:sp>
      <p:sp>
        <p:nvSpPr>
          <p:cNvPr id="3" name="Content Placeholder 2">
            <a:extLst>
              <a:ext uri="{FF2B5EF4-FFF2-40B4-BE49-F238E27FC236}">
                <a16:creationId xmlns:a16="http://schemas.microsoft.com/office/drawing/2014/main" id="{DC080F21-2DA2-CE8A-FDB2-173C870CAC60}"/>
              </a:ext>
            </a:extLst>
          </p:cNvPr>
          <p:cNvSpPr>
            <a:spLocks noGrp="1"/>
          </p:cNvSpPr>
          <p:nvPr>
            <p:ph idx="1"/>
          </p:nvPr>
        </p:nvSpPr>
        <p:spPr>
          <a:xfrm>
            <a:off x="521208" y="2578608"/>
            <a:ext cx="8732520" cy="3767328"/>
          </a:xfrm>
        </p:spPr>
        <p:txBody>
          <a:bodyPr>
            <a:normAutofit/>
          </a:bodyPr>
          <a:lstStyle/>
          <a:p>
            <a:r>
              <a:rPr lang="en-IN" b="1" dirty="0"/>
              <a:t>6.1 Purpose</a:t>
            </a:r>
            <a:endParaRPr lang="en-IN" dirty="0"/>
          </a:p>
          <a:p>
            <a:pPr lvl="0"/>
            <a:r>
              <a:rPr lang="en-IN" dirty="0"/>
              <a:t>Act as a single source of truth</a:t>
            </a:r>
          </a:p>
          <a:p>
            <a:pPr lvl="0"/>
            <a:r>
              <a:rPr lang="en-IN" dirty="0"/>
              <a:t>Enable scalable reporting and BI integration</a:t>
            </a:r>
          </a:p>
          <a:p>
            <a:pPr lvl="0"/>
            <a:r>
              <a:rPr lang="en-IN" dirty="0"/>
              <a:t>Maintain data consistency across dashboards</a:t>
            </a:r>
          </a:p>
          <a:p>
            <a:r>
              <a:rPr lang="en-IN" b="1" dirty="0"/>
              <a:t>6.2 Validation</a:t>
            </a:r>
            <a:endParaRPr lang="en-IN" dirty="0"/>
          </a:p>
          <a:p>
            <a:pPr lvl="0"/>
            <a:r>
              <a:rPr lang="en-IN" dirty="0"/>
              <a:t>Row counts verified between Python and SQL</a:t>
            </a:r>
          </a:p>
          <a:p>
            <a:pPr lvl="0"/>
            <a:r>
              <a:rPr lang="en-IN" dirty="0"/>
              <a:t>Data types validated for dates, numeric, and categorical fields</a:t>
            </a:r>
          </a:p>
          <a:p>
            <a:endParaRPr lang="en-IN" dirty="0"/>
          </a:p>
        </p:txBody>
      </p:sp>
    </p:spTree>
    <p:extLst>
      <p:ext uri="{BB962C8B-B14F-4D97-AF65-F5344CB8AC3E}">
        <p14:creationId xmlns:p14="http://schemas.microsoft.com/office/powerpoint/2010/main" val="3364764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Rectangle 2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E4B36F4-FDA6-510A-8E7E-B5A1A9A22190}"/>
              </a:ext>
            </a:extLst>
          </p:cNvPr>
          <p:cNvSpPr>
            <a:spLocks noGrp="1"/>
          </p:cNvSpPr>
          <p:nvPr>
            <p:ph type="title"/>
          </p:nvPr>
        </p:nvSpPr>
        <p:spPr>
          <a:xfrm>
            <a:off x="521209" y="978409"/>
            <a:ext cx="11149874" cy="1298386"/>
          </a:xfrm>
        </p:spPr>
        <p:txBody>
          <a:bodyPr vert="horz" lIns="91440" tIns="45720" rIns="91440" bIns="45720" rtlCol="0" anchor="t">
            <a:normAutofit/>
          </a:bodyPr>
          <a:lstStyle/>
          <a:p>
            <a:r>
              <a:rPr lang="en-US" sz="5400"/>
              <a:t>My SQL work Screenshots</a:t>
            </a:r>
          </a:p>
        </p:txBody>
      </p:sp>
      <p:sp>
        <p:nvSpPr>
          <p:cNvPr id="25" name="Freeform: Shape 24">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A57DA273-149C-8331-2477-4E470CFA367F}"/>
              </a:ext>
            </a:extLst>
          </p:cNvPr>
          <p:cNvPicPr>
            <a:picLocks noChangeAspect="1"/>
          </p:cNvPicPr>
          <p:nvPr/>
        </p:nvPicPr>
        <p:blipFill>
          <a:blip r:embed="rId2">
            <a:extLst>
              <a:ext uri="{28A0092B-C50C-407E-A947-70E740481C1C}">
                <a14:useLocalDpi xmlns:a14="http://schemas.microsoft.com/office/drawing/2010/main" val="0"/>
              </a:ext>
            </a:extLst>
          </a:blip>
          <a:srcRect r="7131"/>
          <a:stretch>
            <a:fillRect/>
          </a:stretch>
        </p:blipFill>
        <p:spPr>
          <a:xfrm>
            <a:off x="517869" y="2414725"/>
            <a:ext cx="5450641" cy="3154680"/>
          </a:xfrm>
          <a:prstGeom prst="rect">
            <a:avLst/>
          </a:prstGeom>
        </p:spPr>
      </p:pic>
      <p:pic>
        <p:nvPicPr>
          <p:cNvPr id="5" name="Content Placeholder 4">
            <a:extLst>
              <a:ext uri="{FF2B5EF4-FFF2-40B4-BE49-F238E27FC236}">
                <a16:creationId xmlns:a16="http://schemas.microsoft.com/office/drawing/2014/main" id="{D29C0A7F-2057-6965-5CC5-C7BDAFF7DA4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7131"/>
          <a:stretch>
            <a:fillRect/>
          </a:stretch>
        </p:blipFill>
        <p:spPr>
          <a:xfrm>
            <a:off x="6220441" y="2414725"/>
            <a:ext cx="5450641" cy="3154680"/>
          </a:xfrm>
          <a:prstGeom prst="rect">
            <a:avLst/>
          </a:prstGeom>
        </p:spPr>
      </p:pic>
    </p:spTree>
    <p:extLst>
      <p:ext uri="{BB962C8B-B14F-4D97-AF65-F5344CB8AC3E}">
        <p14:creationId xmlns:p14="http://schemas.microsoft.com/office/powerpoint/2010/main" val="581630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5D3559-6611-B175-9638-6A51D757B884}"/>
              </a:ext>
            </a:extLst>
          </p:cNvPr>
          <p:cNvSpPr>
            <a:spLocks noGrp="1"/>
          </p:cNvSpPr>
          <p:nvPr>
            <p:ph type="title"/>
          </p:nvPr>
        </p:nvSpPr>
        <p:spPr>
          <a:xfrm>
            <a:off x="521208" y="978408"/>
            <a:ext cx="3154680" cy="4069080"/>
          </a:xfrm>
        </p:spPr>
        <p:txBody>
          <a:bodyPr>
            <a:normAutofit/>
          </a:bodyPr>
          <a:lstStyle/>
          <a:p>
            <a:r>
              <a:rPr lang="en-IN" sz="4000"/>
              <a:t>7. Power BI Data Modeling</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2D4BF7-922D-6F9D-303C-16069205CFC9}"/>
              </a:ext>
            </a:extLst>
          </p:cNvPr>
          <p:cNvGraphicFramePr>
            <a:graphicFrameLocks noGrp="1"/>
          </p:cNvGraphicFramePr>
          <p:nvPr>
            <p:ph idx="1"/>
            <p:extLst>
              <p:ext uri="{D42A27DB-BD31-4B8C-83A1-F6EECF244321}">
                <p14:modId xmlns:p14="http://schemas.microsoft.com/office/powerpoint/2010/main" val="3866228550"/>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729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0357D-B139-ED51-B414-330415704F54}"/>
              </a:ext>
            </a:extLst>
          </p:cNvPr>
          <p:cNvSpPr>
            <a:spLocks noGrp="1"/>
          </p:cNvSpPr>
          <p:nvPr>
            <p:ph type="title"/>
          </p:nvPr>
        </p:nvSpPr>
        <p:spPr>
          <a:xfrm>
            <a:off x="521208" y="978408"/>
            <a:ext cx="3154680" cy="4069080"/>
          </a:xfrm>
        </p:spPr>
        <p:txBody>
          <a:bodyPr>
            <a:normAutofit/>
          </a:bodyPr>
          <a:lstStyle/>
          <a:p>
            <a:r>
              <a:rPr lang="en-IN" sz="4000"/>
              <a:t>8. Dashboard Structure &amp; Insights</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DCBCA5E-30FC-1DA4-C94D-245CFD036BD5}"/>
              </a:ext>
            </a:extLst>
          </p:cNvPr>
          <p:cNvGraphicFramePr>
            <a:graphicFrameLocks noGrp="1"/>
          </p:cNvGraphicFramePr>
          <p:nvPr>
            <p:ph idx="1"/>
            <p:extLst>
              <p:ext uri="{D42A27DB-BD31-4B8C-83A1-F6EECF244321}">
                <p14:modId xmlns:p14="http://schemas.microsoft.com/office/powerpoint/2010/main" val="1057559082"/>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1331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BAA568-EA69-E25C-F314-21813FC6B2F9}"/>
              </a:ext>
            </a:extLst>
          </p:cNvPr>
          <p:cNvSpPr>
            <a:spLocks noGrp="1"/>
          </p:cNvSpPr>
          <p:nvPr>
            <p:ph type="title"/>
          </p:nvPr>
        </p:nvSpPr>
        <p:spPr>
          <a:xfrm>
            <a:off x="521208" y="978408"/>
            <a:ext cx="4032504" cy="3364992"/>
          </a:xfrm>
        </p:spPr>
        <p:txBody>
          <a:bodyPr>
            <a:normAutofit/>
          </a:bodyPr>
          <a:lstStyle/>
          <a:p>
            <a:pPr>
              <a:lnSpc>
                <a:spcPct val="90000"/>
              </a:lnSpc>
            </a:pPr>
            <a:r>
              <a:rPr lang="en-IN" dirty="0"/>
              <a:t>Page 2: Attrition Drivers &amp; Risk Analysis</a:t>
            </a:r>
            <a:br>
              <a:rPr lang="en-IN" dirty="0"/>
            </a:br>
            <a:endParaRPr lang="en-IN"/>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66F34BA-830A-420C-7D2A-B7CC91726CF0}"/>
              </a:ext>
            </a:extLst>
          </p:cNvPr>
          <p:cNvGraphicFramePr>
            <a:graphicFrameLocks noGrp="1"/>
          </p:cNvGraphicFramePr>
          <p:nvPr>
            <p:ph idx="1"/>
            <p:extLst>
              <p:ext uri="{D42A27DB-BD31-4B8C-83A1-F6EECF244321}">
                <p14:modId xmlns:p14="http://schemas.microsoft.com/office/powerpoint/2010/main" val="1367628148"/>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5057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ED18A6-D6FF-6B4D-00DD-670A300CCD77}"/>
              </a:ext>
            </a:extLst>
          </p:cNvPr>
          <p:cNvSpPr>
            <a:spLocks noGrp="1"/>
          </p:cNvSpPr>
          <p:nvPr>
            <p:ph type="title"/>
          </p:nvPr>
        </p:nvSpPr>
        <p:spPr>
          <a:xfrm>
            <a:off x="521208" y="978408"/>
            <a:ext cx="4032504" cy="3364992"/>
          </a:xfrm>
        </p:spPr>
        <p:txBody>
          <a:bodyPr>
            <a:normAutofit/>
          </a:bodyPr>
          <a:lstStyle/>
          <a:p>
            <a:pPr>
              <a:lnSpc>
                <a:spcPct val="90000"/>
              </a:lnSpc>
            </a:pPr>
            <a:r>
              <a:rPr lang="en-IN"/>
              <a:t>Page 3: Performance &amp; Engagement Insights</a:t>
            </a:r>
            <a:br>
              <a:rPr lang="en-IN"/>
            </a:br>
            <a:endParaRPr lang="en-IN"/>
          </a:p>
        </p:txBody>
      </p:sp>
      <p:sp>
        <p:nvSpPr>
          <p:cNvPr id="16" name="Rectangle 15">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68E5C758-38F0-CDB9-39EC-8DDC19F847DA}"/>
              </a:ext>
            </a:extLst>
          </p:cNvPr>
          <p:cNvGraphicFramePr>
            <a:graphicFrameLocks noGrp="1"/>
          </p:cNvGraphicFramePr>
          <p:nvPr>
            <p:ph idx="1"/>
            <p:extLst>
              <p:ext uri="{D42A27DB-BD31-4B8C-83A1-F6EECF244321}">
                <p14:modId xmlns:p14="http://schemas.microsoft.com/office/powerpoint/2010/main" val="1229495474"/>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868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EDA122-58C5-CE65-2AF5-8153FD2D42E3}"/>
              </a:ext>
            </a:extLst>
          </p:cNvPr>
          <p:cNvSpPr>
            <a:spLocks noGrp="1"/>
          </p:cNvSpPr>
          <p:nvPr>
            <p:ph type="title"/>
          </p:nvPr>
        </p:nvSpPr>
        <p:spPr>
          <a:xfrm>
            <a:off x="521208" y="978408"/>
            <a:ext cx="4032504" cy="3364992"/>
          </a:xfrm>
        </p:spPr>
        <p:txBody>
          <a:bodyPr>
            <a:normAutofit/>
          </a:bodyPr>
          <a:lstStyle/>
          <a:p>
            <a:pPr>
              <a:lnSpc>
                <a:spcPct val="90000"/>
              </a:lnSpc>
            </a:pPr>
            <a:r>
              <a:rPr lang="en-IN" sz="3400"/>
              <a:t>9. Business Solutions &amp; Recommendations</a:t>
            </a:r>
            <a:br>
              <a:rPr lang="en-IN" sz="3400"/>
            </a:br>
            <a:endParaRPr lang="en-IN" sz="3400"/>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99261BE-C052-AFE2-3B71-3ECB1ABAD67B}"/>
              </a:ext>
            </a:extLst>
          </p:cNvPr>
          <p:cNvGraphicFramePr>
            <a:graphicFrameLocks noGrp="1"/>
          </p:cNvGraphicFramePr>
          <p:nvPr>
            <p:ph idx="1"/>
            <p:extLst>
              <p:ext uri="{D42A27DB-BD31-4B8C-83A1-F6EECF244321}">
                <p14:modId xmlns:p14="http://schemas.microsoft.com/office/powerpoint/2010/main" val="1089548600"/>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0905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B17F081-1CCD-35CA-35EA-AC088E8676CE}"/>
              </a:ext>
            </a:extLst>
          </p:cNvPr>
          <p:cNvSpPr>
            <a:spLocks noGrp="1"/>
          </p:cNvSpPr>
          <p:nvPr>
            <p:ph type="title"/>
          </p:nvPr>
        </p:nvSpPr>
        <p:spPr>
          <a:xfrm>
            <a:off x="950976" y="1709928"/>
            <a:ext cx="4389120" cy="2980944"/>
          </a:xfrm>
        </p:spPr>
        <p:txBody>
          <a:bodyPr>
            <a:normAutofit/>
          </a:bodyPr>
          <a:lstStyle/>
          <a:p>
            <a:r>
              <a:rPr lang="en-IN" dirty="0"/>
              <a:t>10. Conclusion</a:t>
            </a:r>
            <a:br>
              <a:rPr lang="en-IN" dirty="0"/>
            </a:br>
            <a:endParaRPr lang="en-IN" dirty="0"/>
          </a:p>
        </p:txBody>
      </p:sp>
      <p:sp>
        <p:nvSpPr>
          <p:cNvPr id="3" name="Content Placeholder 2">
            <a:extLst>
              <a:ext uri="{FF2B5EF4-FFF2-40B4-BE49-F238E27FC236}">
                <a16:creationId xmlns:a16="http://schemas.microsoft.com/office/drawing/2014/main" id="{C20B4DD0-B437-63AA-BC78-065FCE0B91C7}"/>
              </a:ext>
            </a:extLst>
          </p:cNvPr>
          <p:cNvSpPr>
            <a:spLocks noGrp="1"/>
          </p:cNvSpPr>
          <p:nvPr>
            <p:ph idx="1"/>
          </p:nvPr>
        </p:nvSpPr>
        <p:spPr>
          <a:xfrm>
            <a:off x="5870448" y="1801368"/>
            <a:ext cx="5486400" cy="4462272"/>
          </a:xfrm>
        </p:spPr>
        <p:txBody>
          <a:bodyPr>
            <a:normAutofit/>
          </a:bodyPr>
          <a:lstStyle/>
          <a:p>
            <a:r>
              <a:rPr lang="en-IN" dirty="0"/>
              <a:t>This HR Analytics project demonstrates a complete, real‑world data analysis workflow—from raw data to executive‑ready insights. By integrating Python, SQL, and Power BI, the project delivers actionable intelligence that supports strategic HR decisions. The final dashboards enable leadership to proactively manage attrition, improve engagement, and strengthen workforce stability.</a:t>
            </a:r>
          </a:p>
        </p:txBody>
      </p:sp>
    </p:spTree>
    <p:extLst>
      <p:ext uri="{BB962C8B-B14F-4D97-AF65-F5344CB8AC3E}">
        <p14:creationId xmlns:p14="http://schemas.microsoft.com/office/powerpoint/2010/main" val="2853520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E3C4E-ABA3-7469-5581-C11DEC615BD0}"/>
              </a:ext>
            </a:extLst>
          </p:cNvPr>
          <p:cNvSpPr>
            <a:spLocks noGrp="1"/>
          </p:cNvSpPr>
          <p:nvPr>
            <p:ph type="title"/>
          </p:nvPr>
        </p:nvSpPr>
        <p:spPr/>
        <p:txBody>
          <a:bodyPr/>
          <a:lstStyle/>
          <a:p>
            <a:r>
              <a:rPr lang="en-IN" dirty="0"/>
              <a:t>11. Future Enhancements</a:t>
            </a:r>
            <a:br>
              <a:rPr lang="en-IN" dirty="0"/>
            </a:br>
            <a:endParaRPr lang="en-IN" dirty="0"/>
          </a:p>
        </p:txBody>
      </p:sp>
      <p:graphicFrame>
        <p:nvGraphicFramePr>
          <p:cNvPr id="5" name="Content Placeholder 2">
            <a:extLst>
              <a:ext uri="{FF2B5EF4-FFF2-40B4-BE49-F238E27FC236}">
                <a16:creationId xmlns:a16="http://schemas.microsoft.com/office/drawing/2014/main" id="{E2EDA9ED-B424-1245-9B27-91F68FD36906}"/>
              </a:ext>
            </a:extLst>
          </p:cNvPr>
          <p:cNvGraphicFramePr>
            <a:graphicFrameLocks noGrp="1"/>
          </p:cNvGraphicFramePr>
          <p:nvPr>
            <p:ph idx="1"/>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9939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3CC6-876C-6EB7-7BAB-CBE1137E21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B5EEB8-10FD-2EB0-1C6C-12D9AF53DF9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40153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B43C-DC6D-CFB6-1BD6-D88F26B462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01053C-216C-62AA-23FA-5720394B5D9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83782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FE9A-326D-9F9A-752F-731CB66805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483F87B-98F8-30E1-4D9C-979631AAFC1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10707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58D5C-3234-B19C-7850-86FF9047A4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308894-1E7F-F804-591C-B0F33359774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35136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2DD15-CAF1-9A05-96EF-3236278F00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6E33A6-BB9F-8480-9D96-888FFF055E8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51439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FB9B-73C3-780B-226A-F3A30950F2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F53843-4973-38A7-049D-EF85B706423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75557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736F-9D8A-FDB4-CF56-49180D249D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7EA0D5-C730-5487-6FDF-2B75EBDD84B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85904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CF0C1-D0BD-96FD-4EB2-45E79FEE89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528376-AD89-287B-F85F-3D7C288F7F5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28615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2E629-DFC4-2B12-040C-CE0A8A06E4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448764-08A6-0EDE-909A-5718F09795A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4588291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42</TotalTime>
  <Words>980</Words>
  <Application>Microsoft Office PowerPoint</Application>
  <PresentationFormat>Widescreen</PresentationFormat>
  <Paragraphs>130</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Bierstadt</vt:lpstr>
      <vt:lpstr>GestaltVTI</vt:lpstr>
      <vt:lpstr>HR Analytics Project Report Workforce Stability &amp; Performance Analysis </vt:lpstr>
      <vt:lpstr>2. Business Context 2.1 Business Problem </vt:lpstr>
      <vt:lpstr>2.2 Business Goal </vt:lpstr>
      <vt:lpstr>2.3 Project Objectives  </vt:lpstr>
      <vt:lpstr>3. Dataset Overview </vt:lpstr>
      <vt:lpstr>4. Data Analysis Pipeline </vt:lpstr>
      <vt:lpstr>5. Data Cleaning &amp; Preparation (Python) </vt:lpstr>
      <vt:lpstr>5.2 Feature Engineering </vt:lpstr>
      <vt:lpstr>5.3 Date Handling </vt:lpstr>
      <vt:lpstr>5.4 Export </vt:lpstr>
      <vt:lpstr>6. Database Layer (MySQL) </vt:lpstr>
      <vt:lpstr>My SQL work Screenshots</vt:lpstr>
      <vt:lpstr>7. Power BI Data Modeling </vt:lpstr>
      <vt:lpstr>8. Dashboard Structure &amp; Insights </vt:lpstr>
      <vt:lpstr>Page 2: Attrition Drivers &amp; Risk Analysis </vt:lpstr>
      <vt:lpstr>Page 3: Performance &amp; Engagement Insights </vt:lpstr>
      <vt:lpstr>9. Business Solutions &amp; Recommendations </vt:lpstr>
      <vt:lpstr>10. Conclusion </vt:lpstr>
      <vt:lpstr>11. Future Enhancements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Jwel Aktar</dc:creator>
  <cp:lastModifiedBy>Jwel Aktar</cp:lastModifiedBy>
  <cp:revision>2</cp:revision>
  <dcterms:created xsi:type="dcterms:W3CDTF">2026-01-30T15:54:59Z</dcterms:created>
  <dcterms:modified xsi:type="dcterms:W3CDTF">2026-01-30T16:37:13Z</dcterms:modified>
</cp:coreProperties>
</file>